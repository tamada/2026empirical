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524" r:id="rId3"/>
    <p:sldId id="526" r:id="rId4"/>
    <p:sldId id="527" r:id="rId5"/>
    <p:sldId id="528" r:id="rId6"/>
    <p:sldId id="529" r:id="rId7"/>
    <p:sldId id="531" r:id="rId8"/>
    <p:sldId id="532" r:id="rId9"/>
    <p:sldId id="305" r:id="rId10"/>
    <p:sldId id="525"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027D01"/>
    <a:srgbClr val="FFC5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95"/>
    <p:restoredTop sz="81096"/>
  </p:normalViewPr>
  <p:slideViewPr>
    <p:cSldViewPr snapToGrid="0" snapToObjects="1">
      <p:cViewPr varScale="1">
        <p:scale>
          <a:sx n="97" d="100"/>
          <a:sy n="97" d="100"/>
        </p:scale>
        <p:origin x="5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E0D3F-88AC-AC4C-A850-A113E8478B35}" type="datetimeFigureOut">
              <a:rPr kumimoji="1" lang="ja-JP" altLang="en-US" smtClean="0"/>
              <a:t>2026/5/1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FEFE4-0067-BE4A-AB74-27D08C169751}" type="slidenum">
              <a:rPr kumimoji="1" lang="ja-JP" altLang="en-US" smtClean="0"/>
              <a:t>‹#›</a:t>
            </a:fld>
            <a:endParaRPr kumimoji="1" lang="ja-JP" altLang="en-US"/>
          </a:p>
        </p:txBody>
      </p:sp>
    </p:spTree>
    <p:extLst>
      <p:ext uri="{BB962C8B-B14F-4D97-AF65-F5344CB8AC3E}">
        <p14:creationId xmlns:p14="http://schemas.microsoft.com/office/powerpoint/2010/main" val="27188884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03FE-3D04-2660-E2D3-0177F4F723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4271AA-BA4A-8375-62ED-948D378D09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A5F140-5792-BDFB-04E7-ECD42C22CED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C15930-96FF-677A-2C2D-7F3E1989883E}"/>
              </a:ext>
            </a:extLst>
          </p:cNvPr>
          <p:cNvSpPr>
            <a:spLocks noGrp="1"/>
          </p:cNvSpPr>
          <p:nvPr>
            <p:ph type="sldNum" sz="quarter" idx="5"/>
          </p:nvPr>
        </p:nvSpPr>
        <p:spPr/>
        <p:txBody>
          <a:bodyPr/>
          <a:lstStyle/>
          <a:p>
            <a:fld id="{ED6FEFE4-0067-BE4A-AB74-27D08C169751}" type="slidenum">
              <a:rPr kumimoji="1" lang="ja-JP" altLang="en-US" smtClean="0"/>
              <a:t>2</a:t>
            </a:fld>
            <a:endParaRPr kumimoji="1" lang="ja-JP" altLang="en-US"/>
          </a:p>
        </p:txBody>
      </p:sp>
    </p:spTree>
    <p:extLst>
      <p:ext uri="{BB962C8B-B14F-4D97-AF65-F5344CB8AC3E}">
        <p14:creationId xmlns:p14="http://schemas.microsoft.com/office/powerpoint/2010/main" val="32042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967E0-C427-D4D3-1E5D-397CFC4276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8E05B0-9455-0633-74F9-960EF7DFB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79134F-D3B6-6CDE-0CE8-AFD849C2AF2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97AC63A-BF2D-FEA6-0912-82F73CE4E0FD}"/>
              </a:ext>
            </a:extLst>
          </p:cNvPr>
          <p:cNvSpPr>
            <a:spLocks noGrp="1"/>
          </p:cNvSpPr>
          <p:nvPr>
            <p:ph type="sldNum" sz="quarter" idx="5"/>
          </p:nvPr>
        </p:nvSpPr>
        <p:spPr/>
        <p:txBody>
          <a:bodyPr/>
          <a:lstStyle/>
          <a:p>
            <a:fld id="{ED6FEFE4-0067-BE4A-AB74-27D08C169751}" type="slidenum">
              <a:rPr kumimoji="1" lang="ja-JP" altLang="en-US" smtClean="0"/>
              <a:t>10</a:t>
            </a:fld>
            <a:endParaRPr kumimoji="1" lang="ja-JP" altLang="en-US"/>
          </a:p>
        </p:txBody>
      </p:sp>
    </p:spTree>
    <p:extLst>
      <p:ext uri="{BB962C8B-B14F-4D97-AF65-F5344CB8AC3E}">
        <p14:creationId xmlns:p14="http://schemas.microsoft.com/office/powerpoint/2010/main" val="4256554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BAE3F1-6860-34FB-F2AC-E3181A6AF2DC}"/>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4CD0B15-C8B7-00F7-DBE9-D3AD533D27B2}"/>
              </a:ext>
            </a:extLst>
          </p:cNvPr>
          <p:cNvSpPr>
            <a:spLocks noGrp="1"/>
          </p:cNvSpPr>
          <p:nvPr>
            <p:ph type="subTitle" idx="1"/>
          </p:nvPr>
        </p:nvSpPr>
        <p:spPr>
          <a:xfrm>
            <a:off x="1524000" y="3602038"/>
            <a:ext cx="9144000" cy="1655762"/>
          </a:xfrm>
        </p:spPr>
        <p:txBody>
          <a:bodyPr>
            <a:normAutofit/>
          </a:bodyPr>
          <a:lstStyle>
            <a:lvl1pPr marL="0" indent="0" algn="ctr">
              <a:buNone/>
              <a:defRPr sz="4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4AC3DEB-6E35-D2D0-EABA-F8A19BBDE9F7}"/>
              </a:ext>
            </a:extLst>
          </p:cNvPr>
          <p:cNvSpPr>
            <a:spLocks noGrp="1"/>
          </p:cNvSpPr>
          <p:nvPr>
            <p:ph type="dt" sz="half" idx="10"/>
          </p:nvPr>
        </p:nvSpPr>
        <p:spPr/>
        <p:txBody>
          <a:bodyPr/>
          <a:lstStyle/>
          <a:p>
            <a:r>
              <a:rPr kumimoji="1" lang="en-US" altLang="ja-JP"/>
              <a:t>2026-05-01</a:t>
            </a:r>
            <a:endParaRPr kumimoji="1" lang="ja-JP" altLang="en-US"/>
          </a:p>
        </p:txBody>
      </p:sp>
      <p:sp>
        <p:nvSpPr>
          <p:cNvPr id="5" name="フッター プレースホルダー 4">
            <a:extLst>
              <a:ext uri="{FF2B5EF4-FFF2-40B4-BE49-F238E27FC236}">
                <a16:creationId xmlns:a16="http://schemas.microsoft.com/office/drawing/2014/main" id="{78835D15-762E-39B0-0A6F-14EFF50BD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5DFDF9-92D5-0273-6AA5-EE561AF63CBA}"/>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96430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8965E4-8E20-9D46-6D12-F877A919CC8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23E8D2-3A17-78BF-F4C2-CDF62ACF41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D23703-4802-F8D8-D9BF-C6ABE5C8AB80}"/>
              </a:ext>
            </a:extLst>
          </p:cNvPr>
          <p:cNvSpPr>
            <a:spLocks noGrp="1"/>
          </p:cNvSpPr>
          <p:nvPr>
            <p:ph type="dt" sz="half" idx="10"/>
          </p:nvPr>
        </p:nvSpPr>
        <p:spPr/>
        <p:txBody>
          <a:bodyPr/>
          <a:lstStyle/>
          <a:p>
            <a:r>
              <a:rPr kumimoji="1" lang="en-US" altLang="ja-JP"/>
              <a:t>2026-05-01</a:t>
            </a:r>
            <a:endParaRPr kumimoji="1" lang="ja-JP" altLang="en-US"/>
          </a:p>
        </p:txBody>
      </p:sp>
      <p:sp>
        <p:nvSpPr>
          <p:cNvPr id="5" name="フッター プレースホルダー 4">
            <a:extLst>
              <a:ext uri="{FF2B5EF4-FFF2-40B4-BE49-F238E27FC236}">
                <a16:creationId xmlns:a16="http://schemas.microsoft.com/office/drawing/2014/main" id="{953C5D23-A2A0-1968-4ACC-1B1357A447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2682BA-033D-1B7D-4861-DDD343E91047}"/>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2406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29F4E9-7F37-2DF8-78B9-30C3125A551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5BF7F8-9D3C-A422-471A-C8A1E82F8D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5120F65-AA40-72A0-770D-E19A2FA9B323}"/>
              </a:ext>
            </a:extLst>
          </p:cNvPr>
          <p:cNvSpPr>
            <a:spLocks noGrp="1"/>
          </p:cNvSpPr>
          <p:nvPr>
            <p:ph type="dt" sz="half" idx="10"/>
          </p:nvPr>
        </p:nvSpPr>
        <p:spPr/>
        <p:txBody>
          <a:bodyPr/>
          <a:lstStyle/>
          <a:p>
            <a:r>
              <a:rPr kumimoji="1" lang="en-US" altLang="ja-JP"/>
              <a:t>2026-05-01</a:t>
            </a:r>
            <a:endParaRPr kumimoji="1" lang="ja-JP" altLang="en-US"/>
          </a:p>
        </p:txBody>
      </p:sp>
      <p:sp>
        <p:nvSpPr>
          <p:cNvPr id="5" name="フッター プレースホルダー 4">
            <a:extLst>
              <a:ext uri="{FF2B5EF4-FFF2-40B4-BE49-F238E27FC236}">
                <a16:creationId xmlns:a16="http://schemas.microsoft.com/office/drawing/2014/main" id="{86681911-2B29-A9AD-E565-FF8CD62423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A1582B-A53B-0238-DBDB-FB5DBFD8AF68}"/>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736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232BC-8A6A-9D3A-A1D9-3080F812AB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82D8DC-6AD4-FA7E-3F14-DB7C79ACDAA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DE28B2-EF25-CC14-3531-75FEF0B68A3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3A7B7E-A26D-8BA6-BB1E-8237CE6F294F}"/>
              </a:ext>
            </a:extLst>
          </p:cNvPr>
          <p:cNvSpPr>
            <a:spLocks noGrp="1"/>
          </p:cNvSpPr>
          <p:nvPr>
            <p:ph type="dt" sz="half" idx="10"/>
          </p:nvPr>
        </p:nvSpPr>
        <p:spPr/>
        <p:txBody>
          <a:bodyPr/>
          <a:lstStyle/>
          <a:p>
            <a:r>
              <a:rPr kumimoji="1" lang="en-US" altLang="ja-JP"/>
              <a:t>2026-05-01</a:t>
            </a:r>
            <a:endParaRPr kumimoji="1" lang="ja-JP" altLang="en-US"/>
          </a:p>
        </p:txBody>
      </p:sp>
      <p:sp>
        <p:nvSpPr>
          <p:cNvPr id="6" name="フッター プレースホルダー 5">
            <a:extLst>
              <a:ext uri="{FF2B5EF4-FFF2-40B4-BE49-F238E27FC236}">
                <a16:creationId xmlns:a16="http://schemas.microsoft.com/office/drawing/2014/main" id="{1CB7E107-84C7-8B82-2567-9E3F901037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57C7FA1-4591-F30A-BC2B-286C70E637DD}"/>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55956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054A32-DEA7-69BE-B62E-A622438353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BEF868-DDA1-C4EB-6743-489DC5FCD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39B8F-A2A1-CF4F-742C-F6839C57B8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513E432-90C9-F616-1A3C-AE747080A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CAA48B9-2830-0B1B-940E-B2239ADE254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B4728E-F8C1-F17A-C937-B880D97E8094}"/>
              </a:ext>
            </a:extLst>
          </p:cNvPr>
          <p:cNvSpPr>
            <a:spLocks noGrp="1"/>
          </p:cNvSpPr>
          <p:nvPr>
            <p:ph type="dt" sz="half" idx="10"/>
          </p:nvPr>
        </p:nvSpPr>
        <p:spPr/>
        <p:txBody>
          <a:bodyPr/>
          <a:lstStyle/>
          <a:p>
            <a:r>
              <a:rPr kumimoji="1" lang="en-US" altLang="ja-JP"/>
              <a:t>2026-05-01</a:t>
            </a:r>
            <a:endParaRPr kumimoji="1" lang="ja-JP" altLang="en-US"/>
          </a:p>
        </p:txBody>
      </p:sp>
      <p:sp>
        <p:nvSpPr>
          <p:cNvPr id="8" name="フッター プレースホルダー 7">
            <a:extLst>
              <a:ext uri="{FF2B5EF4-FFF2-40B4-BE49-F238E27FC236}">
                <a16:creationId xmlns:a16="http://schemas.microsoft.com/office/drawing/2014/main" id="{3F3C6BA5-320F-AD96-EF9C-4688CD1C2F5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91151E6-2A46-0BFB-C19C-182A2D46D7B3}"/>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156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FCE36-69F6-8D82-66E2-2BE7E5650FA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3D72AD-5495-9467-9401-F6186DDB3397}"/>
              </a:ext>
            </a:extLst>
          </p:cNvPr>
          <p:cNvSpPr>
            <a:spLocks noGrp="1"/>
          </p:cNvSpPr>
          <p:nvPr>
            <p:ph type="dt" sz="half" idx="10"/>
          </p:nvPr>
        </p:nvSpPr>
        <p:spPr/>
        <p:txBody>
          <a:bodyPr/>
          <a:lstStyle/>
          <a:p>
            <a:r>
              <a:rPr kumimoji="1" lang="en-US" altLang="ja-JP"/>
              <a:t>2026-05-01</a:t>
            </a:r>
            <a:endParaRPr kumimoji="1" lang="ja-JP" altLang="en-US"/>
          </a:p>
        </p:txBody>
      </p:sp>
      <p:sp>
        <p:nvSpPr>
          <p:cNvPr id="4" name="フッター プレースホルダー 3">
            <a:extLst>
              <a:ext uri="{FF2B5EF4-FFF2-40B4-BE49-F238E27FC236}">
                <a16:creationId xmlns:a16="http://schemas.microsoft.com/office/drawing/2014/main" id="{2D62EC51-A3D5-EC3F-7813-ADEA4FCAFC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3AA073C-2BE4-2466-8413-FEE9DE4DE62E}"/>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12636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4254B13-A92B-C641-0C83-88C8E8C09F9F}"/>
              </a:ext>
            </a:extLst>
          </p:cNvPr>
          <p:cNvSpPr>
            <a:spLocks noGrp="1"/>
          </p:cNvSpPr>
          <p:nvPr>
            <p:ph type="dt" sz="half" idx="10"/>
          </p:nvPr>
        </p:nvSpPr>
        <p:spPr/>
        <p:txBody>
          <a:bodyPr/>
          <a:lstStyle/>
          <a:p>
            <a:r>
              <a:rPr kumimoji="1" lang="en-US" altLang="ja-JP"/>
              <a:t>2026-05-01</a:t>
            </a:r>
            <a:endParaRPr kumimoji="1" lang="ja-JP" altLang="en-US"/>
          </a:p>
        </p:txBody>
      </p:sp>
      <p:sp>
        <p:nvSpPr>
          <p:cNvPr id="3" name="フッター プレースホルダー 2">
            <a:extLst>
              <a:ext uri="{FF2B5EF4-FFF2-40B4-BE49-F238E27FC236}">
                <a16:creationId xmlns:a16="http://schemas.microsoft.com/office/drawing/2014/main" id="{F0A961BE-BDDF-24BF-A624-7B4A792F880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82A63C-7150-3E3B-E0A7-4FAFA23A7629}"/>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9941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8DCBFD-B9B9-C88D-4AF2-DA5E9D14612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020645C-911D-D877-789A-4ABCA1607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035085C-0945-616B-1D39-35150C87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E25B3-F458-1F25-BA2A-10D3E7E26039}"/>
              </a:ext>
            </a:extLst>
          </p:cNvPr>
          <p:cNvSpPr>
            <a:spLocks noGrp="1"/>
          </p:cNvSpPr>
          <p:nvPr>
            <p:ph type="dt" sz="half" idx="10"/>
          </p:nvPr>
        </p:nvSpPr>
        <p:spPr/>
        <p:txBody>
          <a:bodyPr/>
          <a:lstStyle/>
          <a:p>
            <a:r>
              <a:rPr kumimoji="1" lang="en-US" altLang="ja-JP"/>
              <a:t>2026-05-01</a:t>
            </a:r>
            <a:endParaRPr kumimoji="1" lang="ja-JP" altLang="en-US"/>
          </a:p>
        </p:txBody>
      </p:sp>
      <p:sp>
        <p:nvSpPr>
          <p:cNvPr id="6" name="フッター プレースホルダー 5">
            <a:extLst>
              <a:ext uri="{FF2B5EF4-FFF2-40B4-BE49-F238E27FC236}">
                <a16:creationId xmlns:a16="http://schemas.microsoft.com/office/drawing/2014/main" id="{3209217E-3F73-CCE8-77EF-A52308AC8C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0295A2-6412-27A3-80DB-4DC7AF9FA560}"/>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2979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A11E3-5007-3320-F7E6-691E1139DC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3AA4DA3-E363-0E1A-C5EE-67CFA080E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CD13344-E496-4753-C58C-D01D8C7BC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6EEBB-B395-8892-612D-06BBEE164464}"/>
              </a:ext>
            </a:extLst>
          </p:cNvPr>
          <p:cNvSpPr>
            <a:spLocks noGrp="1"/>
          </p:cNvSpPr>
          <p:nvPr>
            <p:ph type="dt" sz="half" idx="10"/>
          </p:nvPr>
        </p:nvSpPr>
        <p:spPr/>
        <p:txBody>
          <a:bodyPr/>
          <a:lstStyle/>
          <a:p>
            <a:r>
              <a:rPr kumimoji="1" lang="en-US" altLang="ja-JP"/>
              <a:t>2026-05-01</a:t>
            </a:r>
            <a:endParaRPr kumimoji="1" lang="ja-JP" altLang="en-US"/>
          </a:p>
        </p:txBody>
      </p:sp>
      <p:sp>
        <p:nvSpPr>
          <p:cNvPr id="6" name="フッター プレースホルダー 5">
            <a:extLst>
              <a:ext uri="{FF2B5EF4-FFF2-40B4-BE49-F238E27FC236}">
                <a16:creationId xmlns:a16="http://schemas.microsoft.com/office/drawing/2014/main" id="{A1A73243-636B-AD34-97B8-096CAB4BD0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1AB26F-070D-AA48-1A17-487ABD4308E6}"/>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520743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9E654-7E7E-36B3-ADB0-3093EC9FFFC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9AB095-4BA5-2299-C02F-2E56585C27D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B78716-480A-7430-C0FA-4F0DC0168B4A}"/>
              </a:ext>
            </a:extLst>
          </p:cNvPr>
          <p:cNvSpPr>
            <a:spLocks noGrp="1"/>
          </p:cNvSpPr>
          <p:nvPr>
            <p:ph type="dt" sz="half" idx="10"/>
          </p:nvPr>
        </p:nvSpPr>
        <p:spPr/>
        <p:txBody>
          <a:bodyPr/>
          <a:lstStyle/>
          <a:p>
            <a:r>
              <a:rPr kumimoji="1" lang="en-US" altLang="ja-JP"/>
              <a:t>2026-05-01</a:t>
            </a:r>
            <a:endParaRPr kumimoji="1" lang="ja-JP" altLang="en-US"/>
          </a:p>
        </p:txBody>
      </p:sp>
      <p:sp>
        <p:nvSpPr>
          <p:cNvPr id="5" name="フッター プレースホルダー 4">
            <a:extLst>
              <a:ext uri="{FF2B5EF4-FFF2-40B4-BE49-F238E27FC236}">
                <a16:creationId xmlns:a16="http://schemas.microsoft.com/office/drawing/2014/main" id="{76B42CF7-BBCD-5D04-D7AD-CBC09AA585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8D3898-C8CD-BE96-524B-6C3F921112E5}"/>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1714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81886E9-6CAD-71F6-5345-FA139670373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72359E1-F40F-3D47-6DF2-882BD86EA9C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18D548-5283-77D1-F67F-6EC5C16A5918}"/>
              </a:ext>
            </a:extLst>
          </p:cNvPr>
          <p:cNvSpPr>
            <a:spLocks noGrp="1"/>
          </p:cNvSpPr>
          <p:nvPr>
            <p:ph type="dt" sz="half" idx="10"/>
          </p:nvPr>
        </p:nvSpPr>
        <p:spPr/>
        <p:txBody>
          <a:bodyPr/>
          <a:lstStyle/>
          <a:p>
            <a:r>
              <a:rPr kumimoji="1" lang="en-US" altLang="ja-JP"/>
              <a:t>2026-05-01</a:t>
            </a:r>
            <a:endParaRPr kumimoji="1" lang="ja-JP" altLang="en-US"/>
          </a:p>
        </p:txBody>
      </p:sp>
      <p:sp>
        <p:nvSpPr>
          <p:cNvPr id="5" name="フッター プレースホルダー 4">
            <a:extLst>
              <a:ext uri="{FF2B5EF4-FFF2-40B4-BE49-F238E27FC236}">
                <a16:creationId xmlns:a16="http://schemas.microsoft.com/office/drawing/2014/main" id="{B8CD1D05-E6FD-9267-0EA3-57EE28C4F9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33F417-24E0-EE42-C260-DDADA437A1A4}"/>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5317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F236BC-AAF6-B861-739B-86FA34313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50FC96-8BC7-5FBA-D355-BCF93438E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F6AD1E11-9D31-C316-E911-911DC842E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800">
                <a:solidFill>
                  <a:schemeClr val="tx1">
                    <a:tint val="75000"/>
                  </a:schemeClr>
                </a:solidFill>
                <a:latin typeface="Meiryo" panose="020B0604030504040204" pitchFamily="34" charset="-128"/>
                <a:ea typeface="Meiryo" panose="020B0604030504040204" pitchFamily="34" charset="-128"/>
              </a:defRPr>
            </a:lvl1pPr>
          </a:lstStyle>
          <a:p>
            <a:r>
              <a:rPr lang="en-US" altLang="ja-JP"/>
              <a:t>2026-05-01</a:t>
            </a:r>
            <a:endParaRPr lang="ja-JP" altLang="en-US"/>
          </a:p>
        </p:txBody>
      </p:sp>
      <p:sp>
        <p:nvSpPr>
          <p:cNvPr id="5" name="フッター プレースホルダー 4">
            <a:extLst>
              <a:ext uri="{FF2B5EF4-FFF2-40B4-BE49-F238E27FC236}">
                <a16:creationId xmlns:a16="http://schemas.microsoft.com/office/drawing/2014/main" id="{EB552398-2A83-C162-F251-7C27A4C85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8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82060AB-9F59-AB6D-F6F6-574D92AC7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Meiryo" panose="020B0604030504040204" pitchFamily="34" charset="-128"/>
                <a:ea typeface="Meiryo" panose="020B0604030504040204" pitchFamily="34" charset="-128"/>
              </a:defRPr>
            </a:lvl1pPr>
          </a:lstStyle>
          <a:p>
            <a:fld id="{0B8845E4-5C92-A046-BB66-E5D9CC995B08}" type="slidenum">
              <a:rPr lang="ja-JP" altLang="en-US" smtClean="0"/>
              <a:pPr/>
              <a:t>‹#›</a:t>
            </a:fld>
            <a:endParaRPr lang="ja-JP" altLang="en-US"/>
          </a:p>
        </p:txBody>
      </p:sp>
    </p:spTree>
    <p:extLst>
      <p:ext uri="{BB962C8B-B14F-4D97-AF65-F5344CB8AC3E}">
        <p14:creationId xmlns:p14="http://schemas.microsoft.com/office/powerpoint/2010/main" val="395297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5784E-BEC4-EB82-3848-F83C83012E1D}"/>
              </a:ext>
            </a:extLst>
          </p:cNvPr>
          <p:cNvSpPr>
            <a:spLocks noGrp="1"/>
          </p:cNvSpPr>
          <p:nvPr>
            <p:ph type="ctrTitle"/>
          </p:nvPr>
        </p:nvSpPr>
        <p:spPr/>
        <p:txBody>
          <a:bodyPr/>
          <a:lstStyle/>
          <a:p>
            <a:r>
              <a:rPr lang="ja-JP" altLang="en-US"/>
              <a:t>エンピリカル</a:t>
            </a:r>
            <a:br>
              <a:rPr lang="en-US" altLang="ja-JP" dirty="0"/>
            </a:br>
            <a:r>
              <a:rPr lang="ja-JP" altLang="en-US"/>
              <a:t>ソフトウェア工学</a:t>
            </a:r>
            <a:br>
              <a:rPr lang="en-US" altLang="ja-JP" dirty="0"/>
            </a:br>
            <a:r>
              <a:rPr lang="ja-JP" altLang="en-US"/>
              <a:t>第</a:t>
            </a:r>
            <a:r>
              <a:rPr lang="en-US" altLang="ja-JP" dirty="0"/>
              <a:t>04</a:t>
            </a:r>
            <a:r>
              <a:rPr lang="ja-JP" altLang="en-US"/>
              <a:t>回</a:t>
            </a:r>
            <a:r>
              <a:rPr lang="en-US" altLang="ja-JP" dirty="0"/>
              <a:t> CI/CD </a:t>
            </a:r>
            <a:r>
              <a:rPr lang="ja-JP" altLang="en-US"/>
              <a:t>補足</a:t>
            </a:r>
            <a:endParaRPr kumimoji="1" lang="ja-JP" altLang="en-US"/>
          </a:p>
        </p:txBody>
      </p:sp>
      <p:sp>
        <p:nvSpPr>
          <p:cNvPr id="3" name="字幕 2">
            <a:extLst>
              <a:ext uri="{FF2B5EF4-FFF2-40B4-BE49-F238E27FC236}">
                <a16:creationId xmlns:a16="http://schemas.microsoft.com/office/drawing/2014/main" id="{EB687755-EB78-813E-2AE5-266F2715E1A9}"/>
              </a:ext>
            </a:extLst>
          </p:cNvPr>
          <p:cNvSpPr>
            <a:spLocks noGrp="1"/>
          </p:cNvSpPr>
          <p:nvPr>
            <p:ph type="subTitle" idx="1"/>
          </p:nvPr>
        </p:nvSpPr>
        <p:spPr/>
        <p:txBody>
          <a:bodyPr/>
          <a:lstStyle/>
          <a:p>
            <a:r>
              <a:rPr kumimoji="1" lang="en-US" altLang="ja-JP" dirty="0"/>
              <a:t>2026-05-01</a:t>
            </a:r>
          </a:p>
          <a:p>
            <a:r>
              <a:rPr lang="ja-JP" altLang="en-US"/>
              <a:t>玉田</a:t>
            </a:r>
            <a:r>
              <a:rPr lang="en-US" altLang="ja-JP" dirty="0"/>
              <a:t> </a:t>
            </a:r>
            <a:r>
              <a:rPr lang="ja-JP" altLang="en-US"/>
              <a:t>春昭</a:t>
            </a:r>
            <a:endParaRPr kumimoji="1" lang="ja-JP" altLang="en-US"/>
          </a:p>
        </p:txBody>
      </p:sp>
      <p:sp>
        <p:nvSpPr>
          <p:cNvPr id="4" name="日付プレースホルダー 3">
            <a:extLst>
              <a:ext uri="{FF2B5EF4-FFF2-40B4-BE49-F238E27FC236}">
                <a16:creationId xmlns:a16="http://schemas.microsoft.com/office/drawing/2014/main" id="{975A0BDC-22A6-7CC7-0358-1C2E091539CC}"/>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45D24184-6358-A3E9-85F2-F35BC4F1503D}"/>
              </a:ext>
            </a:extLst>
          </p:cNvPr>
          <p:cNvSpPr>
            <a:spLocks noGrp="1"/>
          </p:cNvSpPr>
          <p:nvPr>
            <p:ph type="sldNum" sz="quarter" idx="12"/>
          </p:nvPr>
        </p:nvSpPr>
        <p:spPr/>
        <p:txBody>
          <a:bodyPr/>
          <a:lstStyle/>
          <a:p>
            <a:fld id="{0B8845E4-5C92-A046-BB66-E5D9CC995B08}" type="slidenum">
              <a:rPr kumimoji="1" lang="ja-JP" altLang="en-US" smtClean="0"/>
              <a:t>1</a:t>
            </a:fld>
            <a:endParaRPr kumimoji="1" lang="ja-JP" altLang="en-US"/>
          </a:p>
        </p:txBody>
      </p:sp>
    </p:spTree>
    <p:extLst>
      <p:ext uri="{BB962C8B-B14F-4D97-AF65-F5344CB8AC3E}">
        <p14:creationId xmlns:p14="http://schemas.microsoft.com/office/powerpoint/2010/main" val="3378042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B1183-6512-0658-DC7D-F8E4A79307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A51D8F-FDF9-382E-7936-64DC19F9468F}"/>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6CB59F76-C9FE-E21A-CF33-A028C2689C2B}"/>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80190477-ABC1-A732-486F-13A636F615D8}"/>
              </a:ext>
            </a:extLst>
          </p:cNvPr>
          <p:cNvSpPr>
            <a:spLocks noGrp="1"/>
          </p:cNvSpPr>
          <p:nvPr>
            <p:ph type="sldNum" sz="quarter" idx="12"/>
          </p:nvPr>
        </p:nvSpPr>
        <p:spPr/>
        <p:txBody>
          <a:bodyPr/>
          <a:lstStyle/>
          <a:p>
            <a:fld id="{0B8845E4-5C92-A046-BB66-E5D9CC995B08}" type="slidenum">
              <a:rPr kumimoji="1" lang="ja-JP" altLang="en-US" smtClean="0"/>
              <a:t>2</a:t>
            </a:fld>
            <a:endParaRPr kumimoji="1" lang="ja-JP" altLang="en-US"/>
          </a:p>
        </p:txBody>
      </p:sp>
      <p:grpSp>
        <p:nvGrpSpPr>
          <p:cNvPr id="11" name="グループ化 10">
            <a:extLst>
              <a:ext uri="{FF2B5EF4-FFF2-40B4-BE49-F238E27FC236}">
                <a16:creationId xmlns:a16="http://schemas.microsoft.com/office/drawing/2014/main" id="{F42A339A-46C2-3EC3-01AD-55697C9B38A0}"/>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309D41AD-E3E8-669D-BC06-DD15F69A7B8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CF520076-C3F6-E6CE-210A-0D98F1B4FFCD}"/>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D77194F2-AE43-8638-D2AA-EA64890ACCF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02CA2F63-F1DC-D507-E4BD-F8404588EE8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27" name="グループ化 26">
            <a:extLst>
              <a:ext uri="{FF2B5EF4-FFF2-40B4-BE49-F238E27FC236}">
                <a16:creationId xmlns:a16="http://schemas.microsoft.com/office/drawing/2014/main" id="{55A44585-9B19-2EFA-3154-8C14BBFDE224}"/>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E4B23564-1458-946C-945B-DA77FB32F05F}"/>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9BFA32EC-4154-A944-E1BD-F8EDF6FB604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2B40C7EA-A9F0-F1FE-BFA4-890F0CE79EB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C3204CE9-635B-B6A4-F4F5-59AA3FA471B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2ADA5E8F-EA1C-A9F1-171C-C4147D5111EF}"/>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CD1158B1-7C9D-FF28-EB60-E4322324217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05E11F0E-665A-1CCE-201D-B7ACABDA333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781C07F9-0E22-E229-16EE-1CCCC0BCBEBA}"/>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DD198E45-A400-1BBF-89BE-F6EDE6E5712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DCAD5903-56CC-C164-4686-71AC1F98563D}"/>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C5CBD32D-49F4-679F-0765-0B7BB13B845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7ECBBF9C-A3A7-9541-CC9D-E06CD00F15F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D7E5A798-EC59-B471-6D50-8F3528F187A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535908C0-42E8-7BC7-028D-AD00E63F5F7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4D2B1A6D-1148-C863-5481-34CB4BB19023}"/>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43955E4B-AAA9-ADF3-8EE0-6276796531E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311E5817-72E5-6A99-90D3-BA4E54C180D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C624E98C-2448-E467-ABEF-2BD16D99E32F}"/>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B4D19F41-ACB8-0456-C664-A44C844AFF3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01153808-5448-59E9-2529-11A7C522D29F}"/>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6BB426D7-690D-6B2A-46E9-6B37DB9AEF0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B835DFD1-002E-5377-CA57-78957DF011D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C66AC1F3-F8ED-DD5A-8B5C-CD5A2286D6C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3BF222F9-09A8-72CE-449B-EB1BF1CAAD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9918CDC8-892E-EAEB-77B9-05C902C2B959}"/>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7508CD17-1CC5-FED3-2BD2-99379E48D74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A73541E5-F13B-38E1-4202-6FE847E6ECC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CEAE641A-DEE4-AFDD-A4C4-9706D595396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DAEA4FB4-67E3-8D51-018D-60DE20487AD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D5EF1609-65E4-B8E1-4F6B-3B7615127A9A}"/>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D8EA1489-5979-6521-A328-A60F1CCC5AC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495BC841-2AFB-8CAF-1C61-2F10768F618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867454CA-7A0C-4890-069B-DD1A6628B95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00A4FBD7-CBFB-150F-D541-E303F666A73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CB9498AE-3F20-F11E-3F63-799D23E0B5CE}"/>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04EB4FF7-E963-053F-AF5A-2348C728C2E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6CC565EF-6E65-5E44-6D71-9B41DB0CFCA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2823BFF7-D473-CD9C-E3F8-9D749FD8553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91C50EFE-0288-9881-2176-38F44844EE4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0AD65692-51D4-88BA-F7E8-1E4A78C40961}"/>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01B3E597-394B-D74D-9078-D4469506816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A215599A-28ED-DB07-B5FA-3DD206391BA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C97D0E3A-93D3-67E6-EFEB-4DFF19BEC83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5A296795-372C-7CCB-58B9-A86CC0A67B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D81BE804-E16B-87D7-504E-67AB8B62C97A}"/>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6B60994E-5176-C20D-8651-CE224A51F50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8D2FB71C-B113-1D61-5842-4F626BFE3A4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C5EA67EA-3CED-9AB3-9598-6081C148C86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445C71F6-28F0-7498-2B63-EB47F71C6AD6}"/>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9B5FB344-382A-1A2A-B1F6-EF0C09E8EF94}"/>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8D24976C-9EE6-979A-EFB4-14E4F2A6264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FAF6134F-9BA9-AD22-EDEA-17F08C78C21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7FE1D876-6096-1371-7C1E-DBEC35FCEB4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96FAAE3A-8F25-A7C2-72CC-6A9E4743A86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7" name="グループ化 16">
            <a:extLst>
              <a:ext uri="{FF2B5EF4-FFF2-40B4-BE49-F238E27FC236}">
                <a16:creationId xmlns:a16="http://schemas.microsoft.com/office/drawing/2014/main" id="{79D8C4C7-4421-16F2-D935-91A6476A130D}"/>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46150746-669C-2E95-CE3D-CB8B337F7B31}"/>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92BEF3FC-EC0C-60CE-5FC0-4D153E07291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029E2A65-8350-6BC5-FA09-5C2FF480D78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FD409111-474C-9CCC-2522-3C3F1DA513B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sp>
        <p:nvSpPr>
          <p:cNvPr id="3" name="正方形/長方形 2">
            <a:extLst>
              <a:ext uri="{FF2B5EF4-FFF2-40B4-BE49-F238E27FC236}">
                <a16:creationId xmlns:a16="http://schemas.microsoft.com/office/drawing/2014/main" id="{C68AB438-07B4-287E-EBB5-3CA610848DBC}"/>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3CCC46EF-A9E8-557D-F0F2-CC3F8197BA35}"/>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4DE9BF90-249D-526A-39EA-E19A2B0C6CB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D3EFFB42-D554-43A7-11D9-39C5AD4BA47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3C53E9F6-4BAF-1884-4C1D-EF496B8CFF4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41F08E94-A580-E68C-A3C9-A3CB990036D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spTree>
    <p:extLst>
      <p:ext uri="{BB962C8B-B14F-4D97-AF65-F5344CB8AC3E}">
        <p14:creationId xmlns:p14="http://schemas.microsoft.com/office/powerpoint/2010/main" val="115676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CECE9-AAFA-4D56-1E95-5933765D38E6}"/>
              </a:ext>
            </a:extLst>
          </p:cNvPr>
          <p:cNvSpPr>
            <a:spLocks noGrp="1"/>
          </p:cNvSpPr>
          <p:nvPr>
            <p:ph type="title"/>
          </p:nvPr>
        </p:nvSpPr>
        <p:spPr/>
        <p:txBody>
          <a:bodyPr/>
          <a:lstStyle/>
          <a:p>
            <a:r>
              <a:rPr kumimoji="1" lang="ja-JP" altLang="en-US"/>
              <a:t>追加するファイル</a:t>
            </a:r>
          </a:p>
        </p:txBody>
      </p:sp>
      <p:sp>
        <p:nvSpPr>
          <p:cNvPr id="34" name="コンテンツ プレースホルダー 33">
            <a:extLst>
              <a:ext uri="{FF2B5EF4-FFF2-40B4-BE49-F238E27FC236}">
                <a16:creationId xmlns:a16="http://schemas.microsoft.com/office/drawing/2014/main" id="{C268DF72-9736-3D0F-9657-AF02047F2E88}"/>
              </a:ext>
            </a:extLst>
          </p:cNvPr>
          <p:cNvSpPr>
            <a:spLocks noGrp="1"/>
          </p:cNvSpPr>
          <p:nvPr>
            <p:ph idx="1"/>
          </p:nvPr>
        </p:nvSpPr>
        <p:spPr>
          <a:xfrm>
            <a:off x="838200" y="1825625"/>
            <a:ext cx="5257800" cy="4351338"/>
          </a:xfrm>
        </p:spPr>
        <p:txBody>
          <a:bodyPr>
            <a:normAutofit fontScale="92500" lnSpcReduction="10000"/>
          </a:bodyPr>
          <a:lstStyle/>
          <a:p>
            <a:pPr>
              <a:lnSpc>
                <a:spcPct val="110000"/>
              </a:lnSpc>
            </a:pP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github</a:t>
            </a:r>
            <a:r>
              <a:rPr lang="ja-JP" altLang="en-US"/>
              <a:t>フォルダはプロジェクトルートの直下にある。</a:t>
            </a:r>
            <a:endParaRPr lang="en-US" altLang="ja-JP" dirty="0"/>
          </a:p>
          <a:p>
            <a:pPr lvl="1">
              <a:lnSpc>
                <a:spcPct val="110000"/>
              </a:lnSpc>
            </a:pPr>
            <a:r>
              <a:rPr lang="ja-JP" altLang="en-US"/>
              <a:t>プロジェクトのビルド関連のファイルはこのディレクトリ以下に置こう。</a:t>
            </a:r>
            <a:endParaRPr lang="en-US" altLang="ja-JP" dirty="0"/>
          </a:p>
        </p:txBody>
      </p:sp>
      <p:sp>
        <p:nvSpPr>
          <p:cNvPr id="4" name="日付プレースホルダー 3">
            <a:extLst>
              <a:ext uri="{FF2B5EF4-FFF2-40B4-BE49-F238E27FC236}">
                <a16:creationId xmlns:a16="http://schemas.microsoft.com/office/drawing/2014/main" id="{2410E080-F20A-8757-151E-363A8A057D95}"/>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7B307B62-0787-0FBD-34BB-68ADF7E0A69C}"/>
              </a:ext>
            </a:extLst>
          </p:cNvPr>
          <p:cNvSpPr>
            <a:spLocks noGrp="1"/>
          </p:cNvSpPr>
          <p:nvPr>
            <p:ph type="sldNum" sz="quarter" idx="12"/>
          </p:nvPr>
        </p:nvSpPr>
        <p:spPr/>
        <p:txBody>
          <a:bodyPr/>
          <a:lstStyle/>
          <a:p>
            <a:fld id="{0B8845E4-5C92-A046-BB66-E5D9CC995B08}" type="slidenum">
              <a:rPr kumimoji="1" lang="ja-JP" altLang="en-US" smtClean="0"/>
              <a:t>3</a:t>
            </a:fld>
            <a:endParaRPr kumimoji="1" lang="ja-JP" altLang="en-US"/>
          </a:p>
        </p:txBody>
      </p:sp>
      <p:grpSp>
        <p:nvGrpSpPr>
          <p:cNvPr id="35" name="グループ化 34">
            <a:extLst>
              <a:ext uri="{FF2B5EF4-FFF2-40B4-BE49-F238E27FC236}">
                <a16:creationId xmlns:a16="http://schemas.microsoft.com/office/drawing/2014/main" id="{5490689A-1444-2037-8F31-0B573C99BBCB}"/>
              </a:ext>
            </a:extLst>
          </p:cNvPr>
          <p:cNvGrpSpPr/>
          <p:nvPr/>
        </p:nvGrpSpPr>
        <p:grpSpPr>
          <a:xfrm>
            <a:off x="6339369" y="1850395"/>
            <a:ext cx="5014431" cy="4323077"/>
            <a:chOff x="914079" y="1850395"/>
            <a:chExt cx="5014431" cy="4323077"/>
          </a:xfrm>
        </p:grpSpPr>
        <p:grpSp>
          <p:nvGrpSpPr>
            <p:cNvPr id="20" name="グループ化 19">
              <a:extLst>
                <a:ext uri="{FF2B5EF4-FFF2-40B4-BE49-F238E27FC236}">
                  <a16:creationId xmlns:a16="http://schemas.microsoft.com/office/drawing/2014/main" id="{C49076CF-84E8-01A2-4E8B-CD4D53F467E4}"/>
                </a:ext>
              </a:extLst>
            </p:cNvPr>
            <p:cNvGrpSpPr/>
            <p:nvPr/>
          </p:nvGrpSpPr>
          <p:grpSpPr>
            <a:xfrm>
              <a:off x="914079" y="1850395"/>
              <a:ext cx="1923713" cy="540000"/>
              <a:chOff x="838200" y="1690688"/>
              <a:chExt cx="1923713" cy="540000"/>
            </a:xfrm>
          </p:grpSpPr>
          <p:pic>
            <p:nvPicPr>
              <p:cNvPr id="6" name="図 5">
                <a:extLst>
                  <a:ext uri="{FF2B5EF4-FFF2-40B4-BE49-F238E27FC236}">
                    <a16:creationId xmlns:a16="http://schemas.microsoft.com/office/drawing/2014/main" id="{D66248FB-8300-2937-E1DE-D64C28919CE2}"/>
                  </a:ext>
                </a:extLst>
              </p:cNvPr>
              <p:cNvPicPr>
                <a:picLocks noChangeAspect="1"/>
              </p:cNvPicPr>
              <p:nvPr/>
            </p:nvPicPr>
            <p:blipFill>
              <a:blip r:embed="rId2"/>
              <a:stretch>
                <a:fillRect/>
              </a:stretch>
            </p:blipFill>
            <p:spPr>
              <a:xfrm>
                <a:off x="838200" y="1690688"/>
                <a:ext cx="540000" cy="540000"/>
              </a:xfrm>
              <a:prstGeom prst="rect">
                <a:avLst/>
              </a:prstGeom>
            </p:spPr>
          </p:pic>
          <p:sp>
            <p:nvSpPr>
              <p:cNvPr id="7" name="テキスト ボックス 6">
                <a:extLst>
                  <a:ext uri="{FF2B5EF4-FFF2-40B4-BE49-F238E27FC236}">
                    <a16:creationId xmlns:a16="http://schemas.microsoft.com/office/drawing/2014/main" id="{F063874F-C5D4-96DF-1009-AD9A6CF98580}"/>
                  </a:ext>
                </a:extLst>
              </p:cNvPr>
              <p:cNvSpPr txBox="1"/>
              <p:nvPr/>
            </p:nvSpPr>
            <p:spPr>
              <a:xfrm>
                <a:off x="1387819" y="1729855"/>
                <a:ext cx="1374094" cy="461665"/>
              </a:xfrm>
              <a:prstGeom prst="rect">
                <a:avLst/>
              </a:prstGeom>
              <a:noFill/>
            </p:spPr>
            <p:txBody>
              <a:bodyPr wrap="none" rtlCol="0">
                <a:spAutoFit/>
              </a:bodyPr>
              <a:lstStyle/>
              <a:p>
                <a:r>
                  <a:rPr kumimoji="1" lang="en-US" altLang="ja-JP" sz="2400" dirty="0">
                    <a:latin typeface="Consolas" panose="020B0609020204030204" pitchFamily="49" charset="0"/>
                    <a:cs typeface="Consolas" panose="020B0609020204030204" pitchFamily="49" charset="0"/>
                  </a:rPr>
                  <a:t>.</a:t>
                </a:r>
                <a:r>
                  <a:rPr kumimoji="1" lang="en-US" altLang="ja-JP" sz="2400" dirty="0" err="1">
                    <a:latin typeface="Consolas" panose="020B0609020204030204" pitchFamily="49" charset="0"/>
                    <a:cs typeface="Consolas" panose="020B0609020204030204" pitchFamily="49" charset="0"/>
                  </a:rPr>
                  <a:t>github</a:t>
                </a:r>
                <a:endParaRPr kumimoji="1" lang="ja-JP" altLang="en-US" sz="2400">
                  <a:latin typeface="Consolas" panose="020B0609020204030204" pitchFamily="49" charset="0"/>
                  <a:cs typeface="Consolas" panose="020B0609020204030204" pitchFamily="49" charset="0"/>
                </a:endParaRPr>
              </a:p>
            </p:txBody>
          </p:sp>
        </p:grpSp>
        <p:grpSp>
          <p:nvGrpSpPr>
            <p:cNvPr id="19" name="グループ化 18">
              <a:extLst>
                <a:ext uri="{FF2B5EF4-FFF2-40B4-BE49-F238E27FC236}">
                  <a16:creationId xmlns:a16="http://schemas.microsoft.com/office/drawing/2014/main" id="{32BD57B6-0494-8EB8-3B3A-23F52FF4F846}"/>
                </a:ext>
              </a:extLst>
            </p:cNvPr>
            <p:cNvGrpSpPr/>
            <p:nvPr/>
          </p:nvGrpSpPr>
          <p:grpSpPr>
            <a:xfrm>
              <a:off x="1431208" y="2390835"/>
              <a:ext cx="1914094" cy="540000"/>
              <a:chOff x="1378200" y="2275355"/>
              <a:chExt cx="1914094" cy="540000"/>
            </a:xfrm>
          </p:grpSpPr>
          <p:pic>
            <p:nvPicPr>
              <p:cNvPr id="8" name="図 7">
                <a:extLst>
                  <a:ext uri="{FF2B5EF4-FFF2-40B4-BE49-F238E27FC236}">
                    <a16:creationId xmlns:a16="http://schemas.microsoft.com/office/drawing/2014/main" id="{6671DA03-DBCA-A4B1-5841-29C99B83A1E4}"/>
                  </a:ext>
                </a:extLst>
              </p:cNvPr>
              <p:cNvPicPr>
                <a:picLocks noChangeAspect="1"/>
              </p:cNvPicPr>
              <p:nvPr/>
            </p:nvPicPr>
            <p:blipFill>
              <a:blip r:embed="rId2"/>
              <a:stretch>
                <a:fillRect/>
              </a:stretch>
            </p:blipFill>
            <p:spPr>
              <a:xfrm>
                <a:off x="1378200" y="2275355"/>
                <a:ext cx="540000" cy="540000"/>
              </a:xfrm>
              <a:prstGeom prst="rect">
                <a:avLst/>
              </a:prstGeom>
            </p:spPr>
          </p:pic>
          <p:sp>
            <p:nvSpPr>
              <p:cNvPr id="9" name="テキスト ボックス 8">
                <a:extLst>
                  <a:ext uri="{FF2B5EF4-FFF2-40B4-BE49-F238E27FC236}">
                    <a16:creationId xmlns:a16="http://schemas.microsoft.com/office/drawing/2014/main" id="{168391CB-3A2B-5EDA-6BE7-79863B5F27C0}"/>
                  </a:ext>
                </a:extLst>
              </p:cNvPr>
              <p:cNvSpPr txBox="1"/>
              <p:nvPr/>
            </p:nvSpPr>
            <p:spPr>
              <a:xfrm>
                <a:off x="1918200" y="2314522"/>
                <a:ext cx="1374094" cy="461665"/>
              </a:xfrm>
              <a:prstGeom prst="rect">
                <a:avLst/>
              </a:prstGeom>
              <a:noFill/>
            </p:spPr>
            <p:txBody>
              <a:bodyPr wrap="none" rtlCol="0">
                <a:spAutoFit/>
              </a:bodyPr>
              <a:lstStyle/>
              <a:p>
                <a:r>
                  <a:rPr kumimoji="1" lang="en-US" altLang="ja-JP" sz="2400" dirty="0">
                    <a:latin typeface="Consolas" panose="020B0609020204030204" pitchFamily="49" charset="0"/>
                    <a:cs typeface="Consolas" panose="020B0609020204030204" pitchFamily="49" charset="0"/>
                  </a:rPr>
                  <a:t>scripts</a:t>
                </a:r>
                <a:endParaRPr kumimoji="1" lang="ja-JP" altLang="en-US" sz="2400">
                  <a:latin typeface="Consolas" panose="020B0609020204030204" pitchFamily="49" charset="0"/>
                  <a:cs typeface="Consolas" panose="020B0609020204030204" pitchFamily="49" charset="0"/>
                </a:endParaRPr>
              </a:p>
            </p:txBody>
          </p:sp>
        </p:grpSp>
        <p:grpSp>
          <p:nvGrpSpPr>
            <p:cNvPr id="18" name="グループ化 17">
              <a:extLst>
                <a:ext uri="{FF2B5EF4-FFF2-40B4-BE49-F238E27FC236}">
                  <a16:creationId xmlns:a16="http://schemas.microsoft.com/office/drawing/2014/main" id="{F0A798AF-4647-BA9C-56FD-F181F6B30C40}"/>
                </a:ext>
              </a:extLst>
            </p:cNvPr>
            <p:cNvGrpSpPr/>
            <p:nvPr/>
          </p:nvGrpSpPr>
          <p:grpSpPr>
            <a:xfrm>
              <a:off x="1431208" y="3471715"/>
              <a:ext cx="2253931" cy="540000"/>
              <a:chOff x="1378200" y="3360854"/>
              <a:chExt cx="2253931" cy="540000"/>
            </a:xfrm>
          </p:grpSpPr>
          <p:pic>
            <p:nvPicPr>
              <p:cNvPr id="10" name="図 9">
                <a:extLst>
                  <a:ext uri="{FF2B5EF4-FFF2-40B4-BE49-F238E27FC236}">
                    <a16:creationId xmlns:a16="http://schemas.microsoft.com/office/drawing/2014/main" id="{69B26352-2E1A-7FAF-04CF-26166D7C0663}"/>
                  </a:ext>
                </a:extLst>
              </p:cNvPr>
              <p:cNvPicPr>
                <a:picLocks noChangeAspect="1"/>
              </p:cNvPicPr>
              <p:nvPr/>
            </p:nvPicPr>
            <p:blipFill>
              <a:blip r:embed="rId2"/>
              <a:stretch>
                <a:fillRect/>
              </a:stretch>
            </p:blipFill>
            <p:spPr>
              <a:xfrm>
                <a:off x="1378200" y="3360854"/>
                <a:ext cx="540000" cy="540000"/>
              </a:xfrm>
              <a:prstGeom prst="rect">
                <a:avLst/>
              </a:prstGeom>
            </p:spPr>
          </p:pic>
          <p:sp>
            <p:nvSpPr>
              <p:cNvPr id="11" name="テキスト ボックス 10">
                <a:extLst>
                  <a:ext uri="{FF2B5EF4-FFF2-40B4-BE49-F238E27FC236}">
                    <a16:creationId xmlns:a16="http://schemas.microsoft.com/office/drawing/2014/main" id="{A27D7BFD-D999-DD10-2722-1E85EBF130FB}"/>
                  </a:ext>
                </a:extLst>
              </p:cNvPr>
              <p:cNvSpPr txBox="1"/>
              <p:nvPr/>
            </p:nvSpPr>
            <p:spPr>
              <a:xfrm>
                <a:off x="1918200" y="3400021"/>
                <a:ext cx="1713931" cy="461665"/>
              </a:xfrm>
              <a:prstGeom prst="rect">
                <a:avLst/>
              </a:prstGeom>
              <a:noFill/>
            </p:spPr>
            <p:txBody>
              <a:bodyPr wrap="none" rtlCol="0">
                <a:spAutoFit/>
              </a:bodyPr>
              <a:lstStyle/>
              <a:p>
                <a:r>
                  <a:rPr kumimoji="1" lang="en-US" altLang="ja-JP" sz="2400" dirty="0">
                    <a:latin typeface="Consolas" panose="020B0609020204030204" pitchFamily="49" charset="0"/>
                    <a:cs typeface="Consolas" panose="020B0609020204030204" pitchFamily="49" charset="0"/>
                  </a:rPr>
                  <a:t>templates</a:t>
                </a:r>
                <a:endParaRPr kumimoji="1" lang="ja-JP" altLang="en-US" sz="2400">
                  <a:latin typeface="Consolas" panose="020B0609020204030204" pitchFamily="49" charset="0"/>
                  <a:cs typeface="Consolas" panose="020B0609020204030204" pitchFamily="49" charset="0"/>
                </a:endParaRPr>
              </a:p>
            </p:txBody>
          </p:sp>
        </p:grpSp>
        <p:grpSp>
          <p:nvGrpSpPr>
            <p:cNvPr id="22" name="グループ化 21">
              <a:extLst>
                <a:ext uri="{FF2B5EF4-FFF2-40B4-BE49-F238E27FC236}">
                  <a16:creationId xmlns:a16="http://schemas.microsoft.com/office/drawing/2014/main" id="{9ED29C4C-473C-5518-0EE3-7F4CF9E52A47}"/>
                </a:ext>
              </a:extLst>
            </p:cNvPr>
            <p:cNvGrpSpPr/>
            <p:nvPr/>
          </p:nvGrpSpPr>
          <p:grpSpPr>
            <a:xfrm>
              <a:off x="1971208" y="4012155"/>
              <a:ext cx="2248500" cy="540000"/>
              <a:chOff x="1918200" y="3984688"/>
              <a:chExt cx="2248500" cy="540000"/>
            </a:xfrm>
          </p:grpSpPr>
          <p:pic>
            <p:nvPicPr>
              <p:cNvPr id="12" name="図 11">
                <a:extLst>
                  <a:ext uri="{FF2B5EF4-FFF2-40B4-BE49-F238E27FC236}">
                    <a16:creationId xmlns:a16="http://schemas.microsoft.com/office/drawing/2014/main" id="{6F787DB7-6033-C31F-6DB2-2881C1E25BE2}"/>
                  </a:ext>
                </a:extLst>
              </p:cNvPr>
              <p:cNvPicPr>
                <a:picLocks noChangeAspect="1"/>
              </p:cNvPicPr>
              <p:nvPr/>
            </p:nvPicPr>
            <p:blipFill>
              <a:blip r:embed="rId3"/>
              <a:stretch>
                <a:fillRect/>
              </a:stretch>
            </p:blipFill>
            <p:spPr>
              <a:xfrm>
                <a:off x="1918200" y="3984688"/>
                <a:ext cx="540000" cy="540000"/>
              </a:xfrm>
              <a:prstGeom prst="rect">
                <a:avLst/>
              </a:prstGeom>
            </p:spPr>
          </p:pic>
          <p:sp>
            <p:nvSpPr>
              <p:cNvPr id="13" name="テキスト ボックス 12">
                <a:extLst>
                  <a:ext uri="{FF2B5EF4-FFF2-40B4-BE49-F238E27FC236}">
                    <a16:creationId xmlns:a16="http://schemas.microsoft.com/office/drawing/2014/main" id="{EDA56258-16DE-DCA4-6920-6018D35F70DA}"/>
                  </a:ext>
                </a:extLst>
              </p:cNvPr>
              <p:cNvSpPr txBox="1"/>
              <p:nvPr/>
            </p:nvSpPr>
            <p:spPr>
              <a:xfrm>
                <a:off x="2452769" y="4023182"/>
                <a:ext cx="1713931" cy="461665"/>
              </a:xfrm>
              <a:prstGeom prst="rect">
                <a:avLst/>
              </a:prstGeom>
              <a:noFill/>
            </p:spPr>
            <p:txBody>
              <a:bodyPr wrap="none" rtlCol="0">
                <a:spAutoFit/>
              </a:bodyPr>
              <a:lstStyle/>
              <a:p>
                <a:r>
                  <a:rPr kumimoji="1" lang="en-US" altLang="ja-JP" sz="2400" dirty="0" err="1">
                    <a:latin typeface="Consolas" panose="020B0609020204030204" pitchFamily="49" charset="0"/>
                    <a:cs typeface="Consolas" panose="020B0609020204030204" pitchFamily="49" charset="0"/>
                  </a:rPr>
                  <a:t>README.md</a:t>
                </a:r>
                <a:endParaRPr kumimoji="1" lang="ja-JP" altLang="en-US" sz="2400">
                  <a:latin typeface="Consolas" panose="020B0609020204030204" pitchFamily="49" charset="0"/>
                  <a:cs typeface="Consolas" panose="020B0609020204030204" pitchFamily="49" charset="0"/>
                </a:endParaRPr>
              </a:p>
            </p:txBody>
          </p:sp>
        </p:grpSp>
        <p:grpSp>
          <p:nvGrpSpPr>
            <p:cNvPr id="21" name="グループ化 20">
              <a:extLst>
                <a:ext uri="{FF2B5EF4-FFF2-40B4-BE49-F238E27FC236}">
                  <a16:creationId xmlns:a16="http://schemas.microsoft.com/office/drawing/2014/main" id="{5512667D-AC2E-0CFE-B595-75118D4BDA46}"/>
                </a:ext>
              </a:extLst>
            </p:cNvPr>
            <p:cNvGrpSpPr/>
            <p:nvPr/>
          </p:nvGrpSpPr>
          <p:grpSpPr>
            <a:xfrm>
              <a:off x="1971208" y="2931275"/>
              <a:ext cx="3603657" cy="540000"/>
              <a:chOff x="1918200" y="2820180"/>
              <a:chExt cx="3603657" cy="540000"/>
            </a:xfrm>
          </p:grpSpPr>
          <p:pic>
            <p:nvPicPr>
              <p:cNvPr id="16" name="図 15">
                <a:extLst>
                  <a:ext uri="{FF2B5EF4-FFF2-40B4-BE49-F238E27FC236}">
                    <a16:creationId xmlns:a16="http://schemas.microsoft.com/office/drawing/2014/main" id="{7F4EA824-D4E4-D8A7-98CF-E663BB1D6CB9}"/>
                  </a:ext>
                </a:extLst>
              </p:cNvPr>
              <p:cNvPicPr>
                <a:picLocks noChangeAspect="1"/>
              </p:cNvPicPr>
              <p:nvPr/>
            </p:nvPicPr>
            <p:blipFill>
              <a:blip r:embed="rId4"/>
              <a:stretch>
                <a:fillRect/>
              </a:stretch>
            </p:blipFill>
            <p:spPr>
              <a:xfrm>
                <a:off x="1918200" y="2820180"/>
                <a:ext cx="540000" cy="540000"/>
              </a:xfrm>
              <a:prstGeom prst="rect">
                <a:avLst/>
              </a:prstGeom>
            </p:spPr>
          </p:pic>
          <p:sp>
            <p:nvSpPr>
              <p:cNvPr id="17" name="テキスト ボックス 16">
                <a:extLst>
                  <a:ext uri="{FF2B5EF4-FFF2-40B4-BE49-F238E27FC236}">
                    <a16:creationId xmlns:a16="http://schemas.microsoft.com/office/drawing/2014/main" id="{D47C979D-962B-B164-29F6-7D64BA871A23}"/>
                  </a:ext>
                </a:extLst>
              </p:cNvPr>
              <p:cNvSpPr txBox="1"/>
              <p:nvPr/>
            </p:nvSpPr>
            <p:spPr>
              <a:xfrm>
                <a:off x="2448580" y="2857608"/>
                <a:ext cx="3073277" cy="461665"/>
              </a:xfrm>
              <a:prstGeom prst="rect">
                <a:avLst/>
              </a:prstGeom>
              <a:noFill/>
            </p:spPr>
            <p:txBody>
              <a:bodyPr wrap="none" rtlCol="0">
                <a:spAutoFit/>
              </a:bodyPr>
              <a:lstStyle/>
              <a:p>
                <a:r>
                  <a:rPr kumimoji="1" lang="en-US" altLang="ja-JP" sz="2400" dirty="0" err="1">
                    <a:latin typeface="Consolas" panose="020B0609020204030204" pitchFamily="49" charset="0"/>
                    <a:cs typeface="Consolas" panose="020B0609020204030204" pitchFamily="49" charset="0"/>
                  </a:rPr>
                  <a:t>update_version.sh</a:t>
                </a:r>
                <a:endParaRPr kumimoji="1" lang="ja-JP" altLang="en-US" sz="2400">
                  <a:latin typeface="Consolas" panose="020B0609020204030204" pitchFamily="49" charset="0"/>
                  <a:cs typeface="Consolas" panose="020B0609020204030204" pitchFamily="49" charset="0"/>
                </a:endParaRPr>
              </a:p>
            </p:txBody>
          </p:sp>
        </p:grpSp>
        <p:grpSp>
          <p:nvGrpSpPr>
            <p:cNvPr id="23" name="グループ化 22">
              <a:extLst>
                <a:ext uri="{FF2B5EF4-FFF2-40B4-BE49-F238E27FC236}">
                  <a16:creationId xmlns:a16="http://schemas.microsoft.com/office/drawing/2014/main" id="{7AC40DEA-2641-DE33-83D4-3F31FD2F90E6}"/>
                </a:ext>
              </a:extLst>
            </p:cNvPr>
            <p:cNvGrpSpPr/>
            <p:nvPr/>
          </p:nvGrpSpPr>
          <p:grpSpPr>
            <a:xfrm>
              <a:off x="1440827" y="4552595"/>
              <a:ext cx="2253931" cy="540000"/>
              <a:chOff x="1378200" y="3360854"/>
              <a:chExt cx="2253931" cy="540000"/>
            </a:xfrm>
          </p:grpSpPr>
          <p:pic>
            <p:nvPicPr>
              <p:cNvPr id="24" name="図 23">
                <a:extLst>
                  <a:ext uri="{FF2B5EF4-FFF2-40B4-BE49-F238E27FC236}">
                    <a16:creationId xmlns:a16="http://schemas.microsoft.com/office/drawing/2014/main" id="{E4BAD5DC-EF11-8E9E-79C4-70465793600B}"/>
                  </a:ext>
                </a:extLst>
              </p:cNvPr>
              <p:cNvPicPr>
                <a:picLocks noChangeAspect="1"/>
              </p:cNvPicPr>
              <p:nvPr/>
            </p:nvPicPr>
            <p:blipFill>
              <a:blip r:embed="rId2"/>
              <a:stretch>
                <a:fillRect/>
              </a:stretch>
            </p:blipFill>
            <p:spPr>
              <a:xfrm>
                <a:off x="1378200" y="3360854"/>
                <a:ext cx="540000" cy="540000"/>
              </a:xfrm>
              <a:prstGeom prst="rect">
                <a:avLst/>
              </a:prstGeom>
            </p:spPr>
          </p:pic>
          <p:sp>
            <p:nvSpPr>
              <p:cNvPr id="25" name="テキスト ボックス 24">
                <a:extLst>
                  <a:ext uri="{FF2B5EF4-FFF2-40B4-BE49-F238E27FC236}">
                    <a16:creationId xmlns:a16="http://schemas.microsoft.com/office/drawing/2014/main" id="{82E272F5-FA82-70F8-3993-BFDBA4220CC6}"/>
                  </a:ext>
                </a:extLst>
              </p:cNvPr>
              <p:cNvSpPr txBox="1"/>
              <p:nvPr/>
            </p:nvSpPr>
            <p:spPr>
              <a:xfrm>
                <a:off x="1918200" y="3400021"/>
                <a:ext cx="1713931" cy="461665"/>
              </a:xfrm>
              <a:prstGeom prst="rect">
                <a:avLst/>
              </a:prstGeom>
              <a:noFill/>
            </p:spPr>
            <p:txBody>
              <a:bodyPr wrap="none" rtlCol="0">
                <a:spAutoFit/>
              </a:bodyPr>
              <a:lstStyle/>
              <a:p>
                <a:r>
                  <a:rPr kumimoji="1" lang="en-US" altLang="ja-JP" sz="2400" dirty="0">
                    <a:latin typeface="Consolas" panose="020B0609020204030204" pitchFamily="49" charset="0"/>
                    <a:cs typeface="Consolas" panose="020B0609020204030204" pitchFamily="49" charset="0"/>
                  </a:rPr>
                  <a:t>workflows</a:t>
                </a:r>
                <a:endParaRPr kumimoji="1" lang="ja-JP" altLang="en-US" sz="2400">
                  <a:latin typeface="Consolas" panose="020B0609020204030204" pitchFamily="49" charset="0"/>
                  <a:cs typeface="Consolas" panose="020B0609020204030204" pitchFamily="49" charset="0"/>
                </a:endParaRPr>
              </a:p>
            </p:txBody>
          </p:sp>
        </p:grpSp>
        <p:grpSp>
          <p:nvGrpSpPr>
            <p:cNvPr id="30" name="グループ化 29">
              <a:extLst>
                <a:ext uri="{FF2B5EF4-FFF2-40B4-BE49-F238E27FC236}">
                  <a16:creationId xmlns:a16="http://schemas.microsoft.com/office/drawing/2014/main" id="{CC8A7DB3-6B02-F6F9-A51D-6E5153B0FE5B}"/>
                </a:ext>
              </a:extLst>
            </p:cNvPr>
            <p:cNvGrpSpPr/>
            <p:nvPr/>
          </p:nvGrpSpPr>
          <p:grpSpPr>
            <a:xfrm>
              <a:off x="1967895" y="5093035"/>
              <a:ext cx="3960615" cy="540000"/>
              <a:chOff x="1914887" y="5108007"/>
              <a:chExt cx="3960615" cy="540000"/>
            </a:xfrm>
          </p:grpSpPr>
          <p:pic>
            <p:nvPicPr>
              <p:cNvPr id="29" name="図 28">
                <a:extLst>
                  <a:ext uri="{FF2B5EF4-FFF2-40B4-BE49-F238E27FC236}">
                    <a16:creationId xmlns:a16="http://schemas.microsoft.com/office/drawing/2014/main" id="{7D16CBD8-3ACF-D4BF-2952-41DD38A7AB3A}"/>
                  </a:ext>
                </a:extLst>
              </p:cNvPr>
              <p:cNvPicPr>
                <a:picLocks noChangeAspect="1"/>
              </p:cNvPicPr>
              <p:nvPr/>
            </p:nvPicPr>
            <p:blipFill>
              <a:blip r:embed="rId5"/>
              <a:stretch>
                <a:fillRect/>
              </a:stretch>
            </p:blipFill>
            <p:spPr>
              <a:xfrm>
                <a:off x="1914887" y="5108007"/>
                <a:ext cx="540000" cy="540000"/>
              </a:xfrm>
              <a:prstGeom prst="rect">
                <a:avLst/>
              </a:prstGeom>
            </p:spPr>
          </p:pic>
          <p:sp>
            <p:nvSpPr>
              <p:cNvPr id="28" name="テキスト ボックス 27">
                <a:extLst>
                  <a:ext uri="{FF2B5EF4-FFF2-40B4-BE49-F238E27FC236}">
                    <a16:creationId xmlns:a16="http://schemas.microsoft.com/office/drawing/2014/main" id="{4DFAFBAE-99D3-1ECF-2408-0C8A2917A18C}"/>
                  </a:ext>
                </a:extLst>
              </p:cNvPr>
              <p:cNvSpPr txBox="1"/>
              <p:nvPr/>
            </p:nvSpPr>
            <p:spPr>
              <a:xfrm>
                <a:off x="2462388" y="5147175"/>
                <a:ext cx="3413114" cy="461665"/>
              </a:xfrm>
              <a:prstGeom prst="rect">
                <a:avLst/>
              </a:prstGeom>
              <a:noFill/>
            </p:spPr>
            <p:txBody>
              <a:bodyPr wrap="none" rtlCol="0">
                <a:spAutoFit/>
              </a:bodyPr>
              <a:lstStyle/>
              <a:p>
                <a:r>
                  <a:rPr kumimoji="1" lang="en-US" altLang="ja-JP" sz="2400" dirty="0">
                    <a:latin typeface="Consolas" panose="020B0609020204030204" pitchFamily="49" charset="0"/>
                    <a:cs typeface="Consolas" panose="020B0609020204030204" pitchFamily="49" charset="0"/>
                  </a:rPr>
                  <a:t>update-</a:t>
                </a:r>
                <a:r>
                  <a:rPr kumimoji="1" lang="en-US" altLang="ja-JP" sz="2400" dirty="0" err="1">
                    <a:latin typeface="Consolas" panose="020B0609020204030204" pitchFamily="49" charset="0"/>
                    <a:cs typeface="Consolas" panose="020B0609020204030204" pitchFamily="49" charset="0"/>
                  </a:rPr>
                  <a:t>version.yaml</a:t>
                </a:r>
                <a:endParaRPr kumimoji="1" lang="ja-JP" altLang="en-US" sz="2400">
                  <a:latin typeface="Consolas" panose="020B0609020204030204" pitchFamily="49" charset="0"/>
                  <a:cs typeface="Consolas" panose="020B0609020204030204" pitchFamily="49" charset="0"/>
                </a:endParaRPr>
              </a:p>
            </p:txBody>
          </p:sp>
        </p:grpSp>
        <p:grpSp>
          <p:nvGrpSpPr>
            <p:cNvPr id="31" name="グループ化 30">
              <a:extLst>
                <a:ext uri="{FF2B5EF4-FFF2-40B4-BE49-F238E27FC236}">
                  <a16:creationId xmlns:a16="http://schemas.microsoft.com/office/drawing/2014/main" id="{B9EE6674-212A-4E0A-BD55-450E6479E1BD}"/>
                </a:ext>
              </a:extLst>
            </p:cNvPr>
            <p:cNvGrpSpPr/>
            <p:nvPr/>
          </p:nvGrpSpPr>
          <p:grpSpPr>
            <a:xfrm>
              <a:off x="1959708" y="5633472"/>
              <a:ext cx="2771187" cy="540000"/>
              <a:chOff x="1914887" y="5108007"/>
              <a:chExt cx="2771187" cy="540000"/>
            </a:xfrm>
          </p:grpSpPr>
          <p:pic>
            <p:nvPicPr>
              <p:cNvPr id="32" name="図 31">
                <a:extLst>
                  <a:ext uri="{FF2B5EF4-FFF2-40B4-BE49-F238E27FC236}">
                    <a16:creationId xmlns:a16="http://schemas.microsoft.com/office/drawing/2014/main" id="{3CF9CBB8-B8B4-FB86-61DD-5F759A3AA2C5}"/>
                  </a:ext>
                </a:extLst>
              </p:cNvPr>
              <p:cNvPicPr>
                <a:picLocks noChangeAspect="1"/>
              </p:cNvPicPr>
              <p:nvPr/>
            </p:nvPicPr>
            <p:blipFill>
              <a:blip r:embed="rId5"/>
              <a:stretch>
                <a:fillRect/>
              </a:stretch>
            </p:blipFill>
            <p:spPr>
              <a:xfrm>
                <a:off x="1914887" y="5108007"/>
                <a:ext cx="540000" cy="540000"/>
              </a:xfrm>
              <a:prstGeom prst="rect">
                <a:avLst/>
              </a:prstGeom>
            </p:spPr>
          </p:pic>
          <p:sp>
            <p:nvSpPr>
              <p:cNvPr id="33" name="テキスト ボックス 32">
                <a:extLst>
                  <a:ext uri="{FF2B5EF4-FFF2-40B4-BE49-F238E27FC236}">
                    <a16:creationId xmlns:a16="http://schemas.microsoft.com/office/drawing/2014/main" id="{A2C41ACB-3F52-B6AF-5C0B-94F10C6A1453}"/>
                  </a:ext>
                </a:extLst>
              </p:cNvPr>
              <p:cNvSpPr txBox="1"/>
              <p:nvPr/>
            </p:nvSpPr>
            <p:spPr>
              <a:xfrm>
                <a:off x="2462388" y="5147175"/>
                <a:ext cx="2223686" cy="461665"/>
              </a:xfrm>
              <a:prstGeom prst="rect">
                <a:avLst/>
              </a:prstGeom>
              <a:noFill/>
            </p:spPr>
            <p:txBody>
              <a:bodyPr wrap="none" rtlCol="0">
                <a:spAutoFit/>
              </a:bodyPr>
              <a:lstStyle/>
              <a:p>
                <a:r>
                  <a:rPr kumimoji="1" lang="en-US" altLang="ja-JP" sz="2400" dirty="0" err="1">
                    <a:latin typeface="Consolas" panose="020B0609020204030204" pitchFamily="49" charset="0"/>
                    <a:cs typeface="Consolas" panose="020B0609020204030204" pitchFamily="49" charset="0"/>
                  </a:rPr>
                  <a:t>publish.yaml</a:t>
                </a:r>
                <a:endParaRPr kumimoji="1" lang="ja-JP" altLang="en-US" sz="2400">
                  <a:latin typeface="Consolas" panose="020B0609020204030204" pitchFamily="49" charset="0"/>
                  <a:cs typeface="Consolas" panose="020B0609020204030204" pitchFamily="49" charset="0"/>
                </a:endParaRPr>
              </a:p>
            </p:txBody>
          </p:sp>
        </p:grpSp>
      </p:grpSp>
    </p:spTree>
    <p:extLst>
      <p:ext uri="{BB962C8B-B14F-4D97-AF65-F5344CB8AC3E}">
        <p14:creationId xmlns:p14="http://schemas.microsoft.com/office/powerpoint/2010/main" val="1398193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D9E1FFF-12E2-F3DD-5135-904469E6EAF9}"/>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BD8D4FE-B38A-9837-EA15-D8617EA61F7E}"/>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47EAF68E-1046-65A7-F658-E9098BAAD49C}"/>
              </a:ext>
            </a:extLst>
          </p:cNvPr>
          <p:cNvSpPr>
            <a:spLocks noGrp="1"/>
          </p:cNvSpPr>
          <p:nvPr>
            <p:ph type="sldNum" sz="quarter" idx="12"/>
          </p:nvPr>
        </p:nvSpPr>
        <p:spPr/>
        <p:txBody>
          <a:bodyPr/>
          <a:lstStyle/>
          <a:p>
            <a:fld id="{0B8845E4-5C92-A046-BB66-E5D9CC995B08}" type="slidenum">
              <a:rPr kumimoji="1" lang="ja-JP" altLang="en-US" smtClean="0"/>
              <a:t>4</a:t>
            </a:fld>
            <a:endParaRPr kumimoji="1" lang="ja-JP" altLang="en-US"/>
          </a:p>
        </p:txBody>
      </p:sp>
      <p:pic>
        <p:nvPicPr>
          <p:cNvPr id="6" name="図 5">
            <a:extLst>
              <a:ext uri="{FF2B5EF4-FFF2-40B4-BE49-F238E27FC236}">
                <a16:creationId xmlns:a16="http://schemas.microsoft.com/office/drawing/2014/main" id="{F86FB278-C085-0613-057C-AF768C79F63E}"/>
              </a:ext>
            </a:extLst>
          </p:cNvPr>
          <p:cNvPicPr>
            <a:picLocks noChangeAspect="1"/>
          </p:cNvPicPr>
          <p:nvPr/>
        </p:nvPicPr>
        <p:blipFill>
          <a:blip r:embed="rId2"/>
          <a:stretch>
            <a:fillRect/>
          </a:stretch>
        </p:blipFill>
        <p:spPr>
          <a:xfrm>
            <a:off x="6096000" y="1"/>
            <a:ext cx="6096000" cy="3429000"/>
          </a:xfrm>
          <a:prstGeom prst="rect">
            <a:avLst/>
          </a:prstGeom>
        </p:spPr>
      </p:pic>
      <p:grpSp>
        <p:nvGrpSpPr>
          <p:cNvPr id="11" name="グループ化 10">
            <a:extLst>
              <a:ext uri="{FF2B5EF4-FFF2-40B4-BE49-F238E27FC236}">
                <a16:creationId xmlns:a16="http://schemas.microsoft.com/office/drawing/2014/main" id="{FDF84A95-0DFD-A42D-1BB7-4F857F26D1BB}"/>
              </a:ext>
            </a:extLst>
          </p:cNvPr>
          <p:cNvGrpSpPr/>
          <p:nvPr/>
        </p:nvGrpSpPr>
        <p:grpSpPr>
          <a:xfrm>
            <a:off x="6493564" y="1"/>
            <a:ext cx="5698437" cy="3428998"/>
            <a:chOff x="6493564" y="1"/>
            <a:chExt cx="5698437" cy="3428998"/>
          </a:xfrm>
        </p:grpSpPr>
        <p:sp>
          <p:nvSpPr>
            <p:cNvPr id="7" name="正方形/長方形 6">
              <a:extLst>
                <a:ext uri="{FF2B5EF4-FFF2-40B4-BE49-F238E27FC236}">
                  <a16:creationId xmlns:a16="http://schemas.microsoft.com/office/drawing/2014/main" id="{30EE7201-2DC2-FA5F-39A9-6A91522DE759}"/>
                </a:ext>
              </a:extLst>
            </p:cNvPr>
            <p:cNvSpPr/>
            <p:nvPr/>
          </p:nvSpPr>
          <p:spPr>
            <a:xfrm>
              <a:off x="6493564" y="821634"/>
              <a:ext cx="2663687" cy="260736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4C6542B-C0AD-147A-1E0F-EAB980028FC2}"/>
                </a:ext>
              </a:extLst>
            </p:cNvPr>
            <p:cNvSpPr/>
            <p:nvPr/>
          </p:nvSpPr>
          <p:spPr>
            <a:xfrm>
              <a:off x="6493564" y="1"/>
              <a:ext cx="5698436" cy="8216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7534D582-CFEC-279D-F51F-41BF5D8958AF}"/>
                </a:ext>
              </a:extLst>
            </p:cNvPr>
            <p:cNvSpPr/>
            <p:nvPr/>
          </p:nvSpPr>
          <p:spPr>
            <a:xfrm>
              <a:off x="9144001" y="1767510"/>
              <a:ext cx="3048000" cy="1661489"/>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FD512068-982A-E3DE-55C1-5BA523FFA8EB}"/>
                </a:ext>
              </a:extLst>
            </p:cNvPr>
            <p:cNvSpPr/>
            <p:nvPr/>
          </p:nvSpPr>
          <p:spPr>
            <a:xfrm>
              <a:off x="9144000" y="821632"/>
              <a:ext cx="3048000" cy="410816"/>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a:extLst>
              <a:ext uri="{FF2B5EF4-FFF2-40B4-BE49-F238E27FC236}">
                <a16:creationId xmlns:a16="http://schemas.microsoft.com/office/drawing/2014/main" id="{9907B2EC-1F7B-9E48-6C5D-DFBC5B6DF693}"/>
              </a:ext>
            </a:extLst>
          </p:cNvPr>
          <p:cNvSpPr>
            <a:spLocks noGrp="1"/>
          </p:cNvSpPr>
          <p:nvPr>
            <p:ph type="title"/>
          </p:nvPr>
        </p:nvSpPr>
        <p:spPr/>
        <p:txBody>
          <a:bodyPr/>
          <a:lstStyle/>
          <a:p>
            <a:r>
              <a:rPr kumimoji="1" lang="en-US" altLang="ja-JP" dirty="0" err="1">
                <a:latin typeface="Consolas" panose="020B0609020204030204" pitchFamily="49" charset="0"/>
                <a:cs typeface="Consolas" panose="020B0609020204030204" pitchFamily="49" charset="0"/>
              </a:rPr>
              <a:t>update_version.sh</a:t>
            </a:r>
            <a:endParaRPr kumimoji="1" lang="ja-JP" altLang="en-US">
              <a:latin typeface="Consolas" panose="020B0609020204030204" pitchFamily="49" charset="0"/>
              <a:cs typeface="Consolas" panose="020B0609020204030204" pitchFamily="49" charset="0"/>
            </a:endParaRPr>
          </a:p>
        </p:txBody>
      </p:sp>
      <p:sp>
        <p:nvSpPr>
          <p:cNvPr id="12" name="テキスト ボックス 11">
            <a:extLst>
              <a:ext uri="{FF2B5EF4-FFF2-40B4-BE49-F238E27FC236}">
                <a16:creationId xmlns:a16="http://schemas.microsoft.com/office/drawing/2014/main" id="{D607506B-46C5-CC5D-89C1-DE34420D15DE}"/>
              </a:ext>
            </a:extLst>
          </p:cNvPr>
          <p:cNvSpPr txBox="1"/>
          <p:nvPr/>
        </p:nvSpPr>
        <p:spPr>
          <a:xfrm>
            <a:off x="838200" y="4145638"/>
            <a:ext cx="10948831" cy="2031325"/>
          </a:xfrm>
          <a:prstGeom prst="rect">
            <a:avLst/>
          </a:prstGeom>
          <a:solidFill>
            <a:srgbClr val="FFFFFF"/>
          </a:solidFill>
          <a:ln w="12700">
            <a:solidFill>
              <a:schemeClr val="tx1"/>
            </a:solidFill>
          </a:ln>
        </p:spPr>
        <p:txBody>
          <a:bodyPr wrap="none" rtlCol="0">
            <a:spAutoFit/>
          </a:bodyPr>
          <a:lstStyle/>
          <a:p>
            <a:r>
              <a:rPr lang="en" altLang="ja-JP" dirty="0">
                <a:latin typeface="Consolas" panose="020B0609020204030204" pitchFamily="49" charset="0"/>
                <a:cs typeface="Consolas" panose="020B0609020204030204" pitchFamily="49" charset="0"/>
              </a:rPr>
              <a:t>#! /bin/</a:t>
            </a:r>
            <a:r>
              <a:rPr lang="en" altLang="ja-JP" dirty="0" err="1">
                <a:latin typeface="Consolas" panose="020B0609020204030204" pitchFamily="49" charset="0"/>
                <a:cs typeface="Consolas" panose="020B0609020204030204" pitchFamily="49" charset="0"/>
              </a:rPr>
              <a:t>sh</a:t>
            </a:r>
            <a:endParaRPr lang="en" altLang="ja-JP" dirty="0">
              <a:latin typeface="Consolas" panose="020B0609020204030204" pitchFamily="49" charset="0"/>
              <a:cs typeface="Consolas" panose="020B0609020204030204" pitchFamily="49" charset="0"/>
            </a:endParaRPr>
          </a:p>
          <a:p>
            <a:endParaRPr lang="en" altLang="ja-JP" dirty="0">
              <a:latin typeface="Consolas" panose="020B0609020204030204" pitchFamily="49" charset="0"/>
              <a:cs typeface="Consolas" panose="020B0609020204030204" pitchFamily="49" charset="0"/>
            </a:endParaRPr>
          </a:p>
          <a:p>
            <a:r>
              <a:rPr lang="en" altLang="ja-JP" dirty="0">
                <a:latin typeface="Consolas" panose="020B0609020204030204" pitchFamily="49" charset="0"/>
                <a:cs typeface="Consolas" panose="020B0609020204030204" pitchFamily="49" charset="0"/>
              </a:rPr>
              <a:t>FROM_VERSION=`grep '^version = ' </a:t>
            </a:r>
            <a:r>
              <a:rPr lang="en" altLang="ja-JP" dirty="0" err="1">
                <a:latin typeface="Consolas" panose="020B0609020204030204" pitchFamily="49" charset="0"/>
                <a:cs typeface="Consolas" panose="020B0609020204030204" pitchFamily="49" charset="0"/>
              </a:rPr>
              <a:t>Cargo.toml</a:t>
            </a:r>
            <a:r>
              <a:rPr lang="en" altLang="ja-JP" dirty="0">
                <a:latin typeface="Consolas" panose="020B0609020204030204" pitchFamily="49" charset="0"/>
                <a:cs typeface="Consolas" panose="020B0609020204030204" pitchFamily="49" charset="0"/>
              </a:rPr>
              <a:t> | sed 's/version = "\(.*\)"/\1/g'`</a:t>
            </a:r>
          </a:p>
          <a:p>
            <a:r>
              <a:rPr lang="en" altLang="ja-JP" dirty="0">
                <a:latin typeface="Consolas" panose="020B0609020204030204" pitchFamily="49" charset="0"/>
                <a:cs typeface="Consolas" panose="020B0609020204030204" pitchFamily="49" charset="0"/>
              </a:rPr>
              <a:t>TO_VERSION=$1</a:t>
            </a:r>
          </a:p>
          <a:p>
            <a:endParaRPr lang="en" altLang="ja-JP" dirty="0">
              <a:latin typeface="Consolas" panose="020B0609020204030204" pitchFamily="49" charset="0"/>
              <a:cs typeface="Consolas" panose="020B0609020204030204" pitchFamily="49" charset="0"/>
            </a:endParaRPr>
          </a:p>
          <a:p>
            <a:r>
              <a:rPr lang="en" altLang="ja-JP" dirty="0">
                <a:latin typeface="Consolas" panose="020B0609020204030204" pitchFamily="49" charset="0"/>
                <a:cs typeface="Consolas" panose="020B0609020204030204" pitchFamily="49" charset="0"/>
              </a:rPr>
              <a:t>sed "s/^version = \".*\"/version = \"$TO_VERSION\"/" </a:t>
            </a:r>
            <a:r>
              <a:rPr lang="en" altLang="ja-JP" dirty="0" err="1">
                <a:latin typeface="Consolas" panose="020B0609020204030204" pitchFamily="49" charset="0"/>
                <a:cs typeface="Consolas" panose="020B0609020204030204" pitchFamily="49" charset="0"/>
              </a:rPr>
              <a:t>Cargo.toml</a:t>
            </a:r>
            <a:r>
              <a:rPr lang="en" altLang="ja-JP" dirty="0">
                <a:latin typeface="Consolas" panose="020B0609020204030204" pitchFamily="49" charset="0"/>
                <a:cs typeface="Consolas" panose="020B0609020204030204" pitchFamily="49" charset="0"/>
              </a:rPr>
              <a:t> &gt; a ; mv a </a:t>
            </a:r>
            <a:r>
              <a:rPr lang="en" altLang="ja-JP" dirty="0" err="1">
                <a:latin typeface="Consolas" panose="020B0609020204030204" pitchFamily="49" charset="0"/>
                <a:cs typeface="Consolas" panose="020B0609020204030204" pitchFamily="49" charset="0"/>
              </a:rPr>
              <a:t>Cargo.toml</a:t>
            </a:r>
            <a:endParaRPr lang="en" altLang="ja-JP" dirty="0">
              <a:latin typeface="Consolas" panose="020B0609020204030204" pitchFamily="49" charset="0"/>
              <a:cs typeface="Consolas" panose="020B0609020204030204" pitchFamily="49" charset="0"/>
            </a:endParaRPr>
          </a:p>
          <a:p>
            <a:r>
              <a:rPr lang="en" altLang="ja-JP" dirty="0">
                <a:latin typeface="Consolas" panose="020B0609020204030204" pitchFamily="49" charset="0"/>
                <a:cs typeface="Consolas" panose="020B0609020204030204" pitchFamily="49" charset="0"/>
              </a:rPr>
              <a:t>sed "s/\${VERSION}/$TO_VERSION/g" .</a:t>
            </a:r>
            <a:r>
              <a:rPr lang="en" altLang="ja-JP" dirty="0" err="1">
                <a:latin typeface="Consolas" panose="020B0609020204030204" pitchFamily="49" charset="0"/>
                <a:cs typeface="Consolas" panose="020B0609020204030204" pitchFamily="49" charset="0"/>
              </a:rPr>
              <a:t>github</a:t>
            </a:r>
            <a:r>
              <a:rPr lang="en" altLang="ja-JP" dirty="0">
                <a:latin typeface="Consolas" panose="020B0609020204030204" pitchFamily="49" charset="0"/>
                <a:cs typeface="Consolas" panose="020B0609020204030204" pitchFamily="49" charset="0"/>
              </a:rPr>
              <a:t>/templates/</a:t>
            </a:r>
            <a:r>
              <a:rPr lang="en" altLang="ja-JP" dirty="0" err="1">
                <a:latin typeface="Consolas" panose="020B0609020204030204" pitchFamily="49" charset="0"/>
                <a:cs typeface="Consolas" panose="020B0609020204030204" pitchFamily="49" charset="0"/>
              </a:rPr>
              <a:t>README.md</a:t>
            </a:r>
            <a:r>
              <a:rPr lang="en" altLang="ja-JP" dirty="0">
                <a:latin typeface="Consolas" panose="020B0609020204030204" pitchFamily="49" charset="0"/>
                <a:cs typeface="Consolas" panose="020B0609020204030204" pitchFamily="49" charset="0"/>
              </a:rPr>
              <a:t> &gt; a ; mv a </a:t>
            </a:r>
            <a:r>
              <a:rPr lang="en" altLang="ja-JP" dirty="0" err="1">
                <a:latin typeface="Consolas" panose="020B0609020204030204" pitchFamily="49" charset="0"/>
                <a:cs typeface="Consolas" panose="020B0609020204030204" pitchFamily="49" charset="0"/>
              </a:rPr>
              <a:t>README.md</a:t>
            </a:r>
            <a:endParaRPr kumimoji="1" lang="ja-JP" alt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97614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07CF-64CE-4723-F351-0556534B56C0}"/>
            </a:ext>
          </a:extLst>
        </p:cNvPr>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12BFB1E5-4474-6B87-258F-2F610B722441}"/>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B0588D96-01D7-EBEF-E159-5F4596BEBE7F}"/>
              </a:ext>
            </a:extLst>
          </p:cNvPr>
          <p:cNvSpPr>
            <a:spLocks noGrp="1"/>
          </p:cNvSpPr>
          <p:nvPr>
            <p:ph type="sldNum" sz="quarter" idx="12"/>
          </p:nvPr>
        </p:nvSpPr>
        <p:spPr/>
        <p:txBody>
          <a:bodyPr/>
          <a:lstStyle/>
          <a:p>
            <a:fld id="{0B8845E4-5C92-A046-BB66-E5D9CC995B08}" type="slidenum">
              <a:rPr kumimoji="1" lang="ja-JP" altLang="en-US" smtClean="0"/>
              <a:t>5</a:t>
            </a:fld>
            <a:endParaRPr kumimoji="1" lang="ja-JP" altLang="en-US"/>
          </a:p>
        </p:txBody>
      </p:sp>
      <p:pic>
        <p:nvPicPr>
          <p:cNvPr id="6" name="図 5">
            <a:extLst>
              <a:ext uri="{FF2B5EF4-FFF2-40B4-BE49-F238E27FC236}">
                <a16:creationId xmlns:a16="http://schemas.microsoft.com/office/drawing/2014/main" id="{425DFE6A-8068-78D8-C1FB-865D2F1A6D90}"/>
              </a:ext>
            </a:extLst>
          </p:cNvPr>
          <p:cNvPicPr>
            <a:picLocks noChangeAspect="1"/>
          </p:cNvPicPr>
          <p:nvPr/>
        </p:nvPicPr>
        <p:blipFill>
          <a:blip r:embed="rId2"/>
          <a:stretch>
            <a:fillRect/>
          </a:stretch>
        </p:blipFill>
        <p:spPr>
          <a:xfrm>
            <a:off x="6096000" y="1"/>
            <a:ext cx="6096000" cy="3429000"/>
          </a:xfrm>
          <a:prstGeom prst="rect">
            <a:avLst/>
          </a:prstGeom>
        </p:spPr>
      </p:pic>
      <p:grpSp>
        <p:nvGrpSpPr>
          <p:cNvPr id="11" name="グループ化 10">
            <a:extLst>
              <a:ext uri="{FF2B5EF4-FFF2-40B4-BE49-F238E27FC236}">
                <a16:creationId xmlns:a16="http://schemas.microsoft.com/office/drawing/2014/main" id="{DEF0EC8C-DBFF-4750-75E2-95D717BE2134}"/>
              </a:ext>
            </a:extLst>
          </p:cNvPr>
          <p:cNvGrpSpPr/>
          <p:nvPr/>
        </p:nvGrpSpPr>
        <p:grpSpPr>
          <a:xfrm>
            <a:off x="6493564" y="1"/>
            <a:ext cx="5698437" cy="3428998"/>
            <a:chOff x="6493564" y="1"/>
            <a:chExt cx="5698437" cy="3428998"/>
          </a:xfrm>
        </p:grpSpPr>
        <p:sp>
          <p:nvSpPr>
            <p:cNvPr id="7" name="正方形/長方形 6">
              <a:extLst>
                <a:ext uri="{FF2B5EF4-FFF2-40B4-BE49-F238E27FC236}">
                  <a16:creationId xmlns:a16="http://schemas.microsoft.com/office/drawing/2014/main" id="{112A3ED8-F370-FAD6-E629-13743A4FB075}"/>
                </a:ext>
              </a:extLst>
            </p:cNvPr>
            <p:cNvSpPr/>
            <p:nvPr/>
          </p:nvSpPr>
          <p:spPr>
            <a:xfrm>
              <a:off x="6493564" y="821634"/>
              <a:ext cx="2663687" cy="260736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6317B76-71C1-DFF6-F9A5-81F7D985529D}"/>
                </a:ext>
              </a:extLst>
            </p:cNvPr>
            <p:cNvSpPr/>
            <p:nvPr/>
          </p:nvSpPr>
          <p:spPr>
            <a:xfrm>
              <a:off x="6493564" y="1"/>
              <a:ext cx="5698436" cy="8216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5CA36C5-7E4A-C195-ADF2-8DA3205CBB43}"/>
                </a:ext>
              </a:extLst>
            </p:cNvPr>
            <p:cNvSpPr/>
            <p:nvPr/>
          </p:nvSpPr>
          <p:spPr>
            <a:xfrm>
              <a:off x="9144001" y="2298072"/>
              <a:ext cx="3048000" cy="92717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97D0DEF-6427-41AB-16DD-EA521F9C42AF}"/>
                </a:ext>
              </a:extLst>
            </p:cNvPr>
            <p:cNvSpPr/>
            <p:nvPr/>
          </p:nvSpPr>
          <p:spPr>
            <a:xfrm>
              <a:off x="9144000" y="821631"/>
              <a:ext cx="3048000" cy="92717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a:extLst>
              <a:ext uri="{FF2B5EF4-FFF2-40B4-BE49-F238E27FC236}">
                <a16:creationId xmlns:a16="http://schemas.microsoft.com/office/drawing/2014/main" id="{AF02691C-8C18-CDAF-8F33-DDA9C41E2892}"/>
              </a:ext>
            </a:extLst>
          </p:cNvPr>
          <p:cNvSpPr>
            <a:spLocks noGrp="1"/>
          </p:cNvSpPr>
          <p:nvPr>
            <p:ph type="title"/>
          </p:nvPr>
        </p:nvSpPr>
        <p:spPr/>
        <p:txBody>
          <a:bodyPr/>
          <a:lstStyle/>
          <a:p>
            <a:r>
              <a:rPr kumimoji="1" lang="en-US" altLang="ja-JP" dirty="0" err="1">
                <a:latin typeface="Consolas" panose="020B0609020204030204" pitchFamily="49" charset="0"/>
                <a:cs typeface="Consolas" panose="020B0609020204030204" pitchFamily="49" charset="0"/>
              </a:rPr>
              <a:t>README.md</a:t>
            </a:r>
            <a:endParaRPr kumimoji="1" lang="ja-JP" altLang="en-US">
              <a:latin typeface="Consolas" panose="020B0609020204030204" pitchFamily="49" charset="0"/>
              <a:cs typeface="Consolas" panose="020B0609020204030204" pitchFamily="49" charset="0"/>
            </a:endParaRPr>
          </a:p>
        </p:txBody>
      </p:sp>
      <p:sp>
        <p:nvSpPr>
          <p:cNvPr id="12" name="テキスト ボックス 11">
            <a:extLst>
              <a:ext uri="{FF2B5EF4-FFF2-40B4-BE49-F238E27FC236}">
                <a16:creationId xmlns:a16="http://schemas.microsoft.com/office/drawing/2014/main" id="{6CDE2CD8-D606-CE5C-7490-D1C7F9A0F70A}"/>
              </a:ext>
            </a:extLst>
          </p:cNvPr>
          <p:cNvSpPr txBox="1"/>
          <p:nvPr/>
        </p:nvSpPr>
        <p:spPr>
          <a:xfrm>
            <a:off x="0" y="1825625"/>
            <a:ext cx="9049272" cy="1477328"/>
          </a:xfrm>
          <a:prstGeom prst="rect">
            <a:avLst/>
          </a:prstGeom>
          <a:solidFill>
            <a:srgbClr val="FFFFFF"/>
          </a:solidFill>
          <a:ln w="12700">
            <a:solidFill>
              <a:schemeClr val="tx1"/>
            </a:solidFill>
          </a:ln>
        </p:spPr>
        <p:txBody>
          <a:bodyPr wrap="none" rtlCol="0">
            <a:spAutoFit/>
          </a:bodyPr>
          <a:lstStyle/>
          <a:p>
            <a:r>
              <a:rPr lang="en" altLang="ja-JP" dirty="0">
                <a:latin typeface="Consolas" panose="020B0609020204030204" pitchFamily="49" charset="0"/>
                <a:cs typeface="Consolas" panose="020B0609020204030204" pitchFamily="49" charset="0"/>
              </a:rPr>
              <a:t>...</a:t>
            </a:r>
          </a:p>
          <a:p>
            <a:r>
              <a:rPr lang="en" altLang="ja-JP" dirty="0">
                <a:latin typeface="Consolas" panose="020B0609020204030204" pitchFamily="49" charset="0"/>
                <a:cs typeface="Consolas" panose="020B0609020204030204" pitchFamily="49" charset="0"/>
              </a:rPr>
              <a:t>[![Version](</a:t>
            </a:r>
            <a:r>
              <a:rPr lang="en" altLang="ja-JP" u="sng" dirty="0">
                <a:latin typeface="Consolas" panose="020B0609020204030204" pitchFamily="49" charset="0"/>
                <a:cs typeface="Consolas" panose="020B0609020204030204" pitchFamily="49" charset="0"/>
              </a:rPr>
              <a:t>https://</a:t>
            </a:r>
            <a:r>
              <a:rPr lang="en" altLang="ja-JP" u="sng" dirty="0" err="1">
                <a:latin typeface="Consolas" panose="020B0609020204030204" pitchFamily="49" charset="0"/>
                <a:cs typeface="Consolas" panose="020B0609020204030204" pitchFamily="49" charset="0"/>
              </a:rPr>
              <a:t>img.shields.io</a:t>
            </a:r>
            <a:r>
              <a:rPr lang="en" altLang="ja-JP" u="sng" dirty="0">
                <a:latin typeface="Consolas" panose="020B0609020204030204" pitchFamily="49" charset="0"/>
                <a:cs typeface="Consolas" panose="020B0609020204030204" pitchFamily="49" charset="0"/>
              </a:rPr>
              <a:t>/badge/Version-${VERSION}-</a:t>
            </a:r>
            <a:r>
              <a:rPr lang="en" altLang="ja-JP" u="sng" dirty="0" err="1">
                <a:latin typeface="Consolas" panose="020B0609020204030204" pitchFamily="49" charset="0"/>
                <a:cs typeface="Consolas" panose="020B0609020204030204" pitchFamily="49" charset="0"/>
              </a:rPr>
              <a:t>blue.svg</a:t>
            </a:r>
            <a:r>
              <a:rPr lang="en" altLang="ja-JP" dirty="0">
                <a:latin typeface="Consolas" panose="020B0609020204030204" pitchFamily="49" charset="0"/>
                <a:cs typeface="Consolas" panose="020B0609020204030204" pitchFamily="49" charset="0"/>
              </a:rPr>
              <a:t>)]</a:t>
            </a:r>
          </a:p>
          <a:p>
            <a:r>
              <a:rPr lang="en" altLang="ja-JP" dirty="0">
                <a:latin typeface="Consolas" panose="020B0609020204030204" pitchFamily="49" charset="0"/>
                <a:cs typeface="Consolas" panose="020B0609020204030204" pitchFamily="49" charset="0"/>
              </a:rPr>
              <a:t>(</a:t>
            </a:r>
            <a:r>
              <a:rPr lang="en" altLang="ja-JP" u="sng" dirty="0">
                <a:latin typeface="Consolas" panose="020B0609020204030204" pitchFamily="49" charset="0"/>
                <a:cs typeface="Consolas" panose="020B0609020204030204" pitchFamily="49" charset="0"/>
              </a:rPr>
              <a:t>https://</a:t>
            </a:r>
            <a:r>
              <a:rPr lang="en" altLang="ja-JP" u="sng" dirty="0" err="1">
                <a:latin typeface="Consolas" panose="020B0609020204030204" pitchFamily="49" charset="0"/>
                <a:cs typeface="Consolas" panose="020B0609020204030204" pitchFamily="49" charset="0"/>
              </a:rPr>
              <a:t>github.com</a:t>
            </a:r>
            <a:r>
              <a:rPr lang="en" altLang="ja-JP" u="sng" dirty="0">
                <a:latin typeface="Consolas" panose="020B0609020204030204" pitchFamily="49" charset="0"/>
                <a:cs typeface="Consolas" panose="020B0609020204030204" pitchFamily="49" charset="0"/>
              </a:rPr>
              <a:t>/</a:t>
            </a:r>
            <a:r>
              <a:rPr lang="en" altLang="ja-JP" u="sng" dirty="0" err="1">
                <a:latin typeface="Consolas" panose="020B0609020204030204" pitchFamily="49" charset="0"/>
                <a:cs typeface="Consolas" panose="020B0609020204030204" pitchFamily="49" charset="0"/>
              </a:rPr>
              <a:t>tamada</a:t>
            </a:r>
            <a:r>
              <a:rPr lang="en" altLang="ja-JP" u="sng" dirty="0">
                <a:latin typeface="Consolas" panose="020B0609020204030204" pitchFamily="49" charset="0"/>
                <a:cs typeface="Consolas" panose="020B0609020204030204" pitchFamily="49" charset="0"/>
              </a:rPr>
              <a:t>/</a:t>
            </a:r>
            <a:r>
              <a:rPr lang="en" altLang="ja-JP" u="sng" dirty="0" err="1">
                <a:latin typeface="Consolas" panose="020B0609020204030204" pitchFamily="49" charset="0"/>
                <a:cs typeface="Consolas" panose="020B0609020204030204" pitchFamily="49" charset="0"/>
              </a:rPr>
              <a:t>lis</a:t>
            </a:r>
            <a:r>
              <a:rPr lang="en" altLang="ja-JP" u="sng" dirty="0">
                <a:latin typeface="Consolas" panose="020B0609020204030204" pitchFamily="49" charset="0"/>
                <a:cs typeface="Consolas" panose="020B0609020204030204" pitchFamily="49" charset="0"/>
              </a:rPr>
              <a:t>/releases/tag/v${VERSION}</a:t>
            </a:r>
            <a:r>
              <a:rPr lang="en" altLang="ja-JP" dirty="0">
                <a:latin typeface="Consolas" panose="020B0609020204030204" pitchFamily="49" charset="0"/>
                <a:cs typeface="Consolas" panose="020B0609020204030204" pitchFamily="49" charset="0"/>
              </a:rPr>
              <a:t>)</a:t>
            </a:r>
          </a:p>
          <a:p>
            <a:endParaRPr kumimoji="1" lang="en-US" altLang="ja-JP" dirty="0">
              <a:latin typeface="Consolas" panose="020B0609020204030204" pitchFamily="49" charset="0"/>
              <a:cs typeface="Consolas" panose="020B0609020204030204" pitchFamily="49" charset="0"/>
            </a:endParaRPr>
          </a:p>
          <a:p>
            <a:r>
              <a:rPr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8E0527CC-C7A6-5855-F0DB-D35D201BDA13}"/>
              </a:ext>
            </a:extLst>
          </p:cNvPr>
          <p:cNvSpPr>
            <a:spLocks noGrp="1"/>
          </p:cNvSpPr>
          <p:nvPr>
            <p:ph idx="1"/>
          </p:nvPr>
        </p:nvSpPr>
        <p:spPr>
          <a:xfrm>
            <a:off x="838200" y="3437889"/>
            <a:ext cx="10515600" cy="2739073"/>
          </a:xfrm>
        </p:spPr>
        <p:txBody>
          <a:bodyPr>
            <a:normAutofit fontScale="85000" lnSpcReduction="10000"/>
          </a:bodyPr>
          <a:lstStyle/>
          <a:p>
            <a:pPr>
              <a:lnSpc>
                <a:spcPct val="110000"/>
              </a:lnSpc>
            </a:pPr>
            <a:r>
              <a:rPr lang="ja-JP" altLang="en-US"/>
              <a:t>バージョン番号を書き換えるために、書き換えたいところを「</a:t>
            </a:r>
            <a:r>
              <a:rPr lang="en-US" altLang="ja-JP" dirty="0">
                <a:latin typeface="Consolas" panose="020B0609020204030204" pitchFamily="49" charset="0"/>
                <a:cs typeface="Consolas" panose="020B0609020204030204" pitchFamily="49" charset="0"/>
              </a:rPr>
              <a:t>${VERSION}</a:t>
            </a:r>
            <a:r>
              <a:rPr lang="ja-JP" altLang="en-US"/>
              <a:t>」にしておく。</a:t>
            </a:r>
            <a:endParaRPr lang="en-US" altLang="ja-JP" dirty="0"/>
          </a:p>
          <a:p>
            <a:pPr lvl="1">
              <a:lnSpc>
                <a:spcPct val="110000"/>
              </a:lnSpc>
            </a:pPr>
            <a:r>
              <a:rPr kumimoji="1" lang="en-US" altLang="ja-JP" dirty="0" err="1">
                <a:latin typeface="Consolas" panose="020B0609020204030204" pitchFamily="49" charset="0"/>
                <a:cs typeface="Consolas" panose="020B0609020204030204" pitchFamily="49" charset="0"/>
              </a:rPr>
              <a:t>update_version.sh</a:t>
            </a:r>
            <a:r>
              <a:rPr kumimoji="1" lang="en-US" altLang="ja-JP" dirty="0"/>
              <a:t> </a:t>
            </a:r>
            <a:r>
              <a:rPr kumimoji="1" lang="ja-JP" altLang="en-US"/>
              <a:t>と一貫性を持たせておく。</a:t>
            </a:r>
            <a:endParaRPr kumimoji="1" lang="en-US" altLang="ja-JP" dirty="0"/>
          </a:p>
          <a:p>
            <a:pPr lvl="2">
              <a:lnSpc>
                <a:spcPct val="110000"/>
              </a:lnSpc>
            </a:pPr>
            <a:r>
              <a:rPr kumimoji="1" lang="en-US" altLang="ja-JP" dirty="0">
                <a:latin typeface="Consolas" panose="020B0609020204030204" pitchFamily="49" charset="0"/>
                <a:cs typeface="Consolas" panose="020B0609020204030204" pitchFamily="49" charset="0"/>
              </a:rPr>
              <a:t>sed</a:t>
            </a:r>
            <a:r>
              <a:rPr kumimoji="1" lang="en-US" altLang="ja-JP" dirty="0"/>
              <a:t> </a:t>
            </a:r>
            <a:r>
              <a:rPr kumimoji="1" lang="ja-JP" altLang="en-US"/>
              <a:t>で置き換えている。</a:t>
            </a:r>
          </a:p>
        </p:txBody>
      </p:sp>
    </p:spTree>
    <p:extLst>
      <p:ext uri="{BB962C8B-B14F-4D97-AF65-F5344CB8AC3E}">
        <p14:creationId xmlns:p14="http://schemas.microsoft.com/office/powerpoint/2010/main" val="2415116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C459F-65B4-E9C7-0D96-8B33100C8651}"/>
            </a:ext>
          </a:extLst>
        </p:cNvPr>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9258967-90D5-D0B9-7333-55B0E1A7A4A7}"/>
              </a:ext>
            </a:extLst>
          </p:cNvPr>
          <p:cNvSpPr>
            <a:spLocks noGrp="1"/>
          </p:cNvSpPr>
          <p:nvPr>
            <p:ph type="dt" sz="half" idx="10"/>
          </p:nvPr>
        </p:nvSpPr>
        <p:spPr/>
        <p:txBody>
          <a:bodyPr/>
          <a:lstStyle/>
          <a:p>
            <a:r>
              <a:rPr kumimoji="1" lang="en-US" altLang="ja-JP" dirty="0"/>
              <a:t>2026-05-01</a:t>
            </a:r>
            <a:endParaRPr kumimoji="1" lang="ja-JP" altLang="en-US"/>
          </a:p>
        </p:txBody>
      </p:sp>
      <p:sp>
        <p:nvSpPr>
          <p:cNvPr id="12" name="テキスト ボックス 11">
            <a:extLst>
              <a:ext uri="{FF2B5EF4-FFF2-40B4-BE49-F238E27FC236}">
                <a16:creationId xmlns:a16="http://schemas.microsoft.com/office/drawing/2014/main" id="{B35A7956-AF7D-A94A-F3FC-7A61B33B1617}"/>
              </a:ext>
            </a:extLst>
          </p:cNvPr>
          <p:cNvSpPr txBox="1"/>
          <p:nvPr/>
        </p:nvSpPr>
        <p:spPr>
          <a:xfrm>
            <a:off x="46608" y="1636983"/>
            <a:ext cx="8860118" cy="4247317"/>
          </a:xfrm>
          <a:prstGeom prst="rect">
            <a:avLst/>
          </a:prstGeom>
          <a:solidFill>
            <a:srgbClr val="FFFFFF"/>
          </a:solidFill>
          <a:ln w="12700">
            <a:solidFill>
              <a:schemeClr val="tx1"/>
            </a:solidFill>
          </a:ln>
        </p:spPr>
        <p:txBody>
          <a:bodyPr wrap="none" rtlCol="0">
            <a:spAutoFit/>
          </a:bodyPr>
          <a:lstStyle/>
          <a:p>
            <a:r>
              <a:rPr lang="en" altLang="ja-JP" sz="1000" dirty="0">
                <a:latin typeface="Consolas" panose="020B0609020204030204" pitchFamily="49" charset="0"/>
                <a:cs typeface="Consolas" panose="020B0609020204030204" pitchFamily="49" charset="0"/>
              </a:rPr>
              <a:t>name: update version</a:t>
            </a:r>
          </a:p>
          <a:p>
            <a:r>
              <a:rPr lang="en" altLang="ja-JP" sz="1000" dirty="0">
                <a:latin typeface="Consolas" panose="020B0609020204030204" pitchFamily="49" charset="0"/>
                <a:cs typeface="Consolas" panose="020B0609020204030204" pitchFamily="49" charset="0"/>
              </a:rPr>
              <a:t>on:</a:t>
            </a:r>
          </a:p>
          <a:p>
            <a:r>
              <a:rPr lang="en" altLang="ja-JP" sz="1000" dirty="0">
                <a:latin typeface="Consolas" panose="020B0609020204030204" pitchFamily="49" charset="0"/>
                <a:cs typeface="Consolas" panose="020B0609020204030204" pitchFamily="49" charset="0"/>
              </a:rPr>
              <a:t>  push:</a:t>
            </a:r>
          </a:p>
          <a:p>
            <a:r>
              <a:rPr lang="en" altLang="ja-JP" sz="1000" dirty="0">
                <a:latin typeface="Consolas" panose="020B0609020204030204" pitchFamily="49" charset="0"/>
                <a:cs typeface="Consolas" panose="020B0609020204030204" pitchFamily="49" charset="0"/>
              </a:rPr>
              <a:t>    branches:</a:t>
            </a:r>
          </a:p>
          <a:p>
            <a:r>
              <a:rPr lang="en" altLang="ja-JP" sz="1000" dirty="0">
                <a:latin typeface="Consolas" panose="020B0609020204030204" pitchFamily="49" charset="0"/>
                <a:cs typeface="Consolas" panose="020B0609020204030204" pitchFamily="49" charset="0"/>
              </a:rPr>
              <a:t>      - releases/v*</a:t>
            </a:r>
          </a:p>
          <a:p>
            <a:r>
              <a:rPr lang="en" altLang="ja-JP" sz="1000" dirty="0">
                <a:latin typeface="Consolas" panose="020B0609020204030204" pitchFamily="49" charset="0"/>
                <a:cs typeface="Consolas" panose="020B0609020204030204" pitchFamily="49" charset="0"/>
              </a:rPr>
              <a:t>jobs:</a:t>
            </a:r>
          </a:p>
          <a:p>
            <a:r>
              <a:rPr lang="en" altLang="ja-JP" sz="1000" dirty="0">
                <a:latin typeface="Consolas" panose="020B0609020204030204" pitchFamily="49" charset="0"/>
                <a:cs typeface="Consolas" panose="020B0609020204030204" pitchFamily="49" charset="0"/>
              </a:rPr>
              <a:t>  update-version:</a:t>
            </a:r>
          </a:p>
          <a:p>
            <a:r>
              <a:rPr lang="en" altLang="ja-JP" sz="1000" dirty="0">
                <a:latin typeface="Consolas" panose="020B0609020204030204" pitchFamily="49" charset="0"/>
                <a:cs typeface="Consolas" panose="020B0609020204030204" pitchFamily="49" charset="0"/>
              </a:rPr>
              <a:t>    runs-on: ubuntu-latest</a:t>
            </a:r>
          </a:p>
          <a:p>
            <a:r>
              <a:rPr lang="en" altLang="ja-JP" sz="1000" dirty="0">
                <a:latin typeface="Consolas" panose="020B0609020204030204" pitchFamily="49" charset="0"/>
                <a:cs typeface="Consolas" panose="020B0609020204030204" pitchFamily="49" charset="0"/>
              </a:rPr>
              <a:t>    steps:</a:t>
            </a:r>
          </a:p>
          <a:p>
            <a:r>
              <a:rPr lang="en" altLang="ja-JP" sz="1000" dirty="0">
                <a:latin typeface="Consolas" panose="020B0609020204030204" pitchFamily="49" charset="0"/>
                <a:cs typeface="Consolas" panose="020B0609020204030204" pitchFamily="49" charset="0"/>
              </a:rPr>
              <a:t>      - name: Git Tag Name</a:t>
            </a:r>
          </a:p>
          <a:p>
            <a:r>
              <a:rPr lang="en" altLang="ja-JP" sz="1000" dirty="0">
                <a:latin typeface="Consolas" panose="020B0609020204030204" pitchFamily="49" charset="0"/>
                <a:cs typeface="Consolas" panose="020B0609020204030204" pitchFamily="49" charset="0"/>
              </a:rPr>
              <a:t>        id: vars</a:t>
            </a:r>
          </a:p>
          <a:p>
            <a:r>
              <a:rPr lang="en" altLang="ja-JP" sz="1000" dirty="0">
                <a:latin typeface="Consolas" panose="020B0609020204030204" pitchFamily="49" charset="0"/>
                <a:cs typeface="Consolas" panose="020B0609020204030204" pitchFamily="49" charset="0"/>
              </a:rPr>
              <a:t>        run: |</a:t>
            </a:r>
          </a:p>
          <a:p>
            <a:r>
              <a:rPr lang="en" altLang="ja-JP" sz="1000" dirty="0">
                <a:latin typeface="Consolas" panose="020B0609020204030204" pitchFamily="49" charset="0"/>
                <a:cs typeface="Consolas" panose="020B0609020204030204" pitchFamily="49" charset="0"/>
              </a:rPr>
              <a:t>          echo "branch=${</a:t>
            </a:r>
            <a:r>
              <a:rPr lang="en" altLang="ja-JP" sz="1000" dirty="0" err="1">
                <a:latin typeface="Consolas" panose="020B0609020204030204" pitchFamily="49" charset="0"/>
                <a:cs typeface="Consolas" panose="020B0609020204030204" pitchFamily="49" charset="0"/>
              </a:rPr>
              <a:t>GITHUB_REF#refs</a:t>
            </a:r>
            <a:r>
              <a:rPr lang="en" altLang="ja-JP" sz="1000" dirty="0">
                <a:latin typeface="Consolas" panose="020B0609020204030204" pitchFamily="49" charset="0"/>
                <a:cs typeface="Consolas" panose="020B0609020204030204" pitchFamily="49" charset="0"/>
              </a:rPr>
              <a:t>/heads/}" &gt;&gt; $GITHUB_OUTPUT</a:t>
            </a:r>
          </a:p>
          <a:p>
            <a:r>
              <a:rPr lang="en" altLang="ja-JP" sz="1000" dirty="0">
                <a:latin typeface="Consolas" panose="020B0609020204030204" pitchFamily="49" charset="0"/>
                <a:cs typeface="Consolas" panose="020B0609020204030204" pitchFamily="49" charset="0"/>
              </a:rPr>
              <a:t>          echo "tag=${GITHUB_REF##**/v}" &gt;&gt; $GITHUB_OUTPUT</a:t>
            </a:r>
          </a:p>
          <a:p>
            <a:r>
              <a:rPr lang="en" altLang="ja-JP" sz="1000" dirty="0">
                <a:latin typeface="Consolas" panose="020B0609020204030204" pitchFamily="49" charset="0"/>
                <a:cs typeface="Consolas" panose="020B0609020204030204" pitchFamily="49" charset="0"/>
              </a:rPr>
              <a:t>     - name: Checkout</a:t>
            </a:r>
          </a:p>
          <a:p>
            <a:r>
              <a:rPr lang="en" altLang="ja-JP" sz="1000" dirty="0">
                <a:latin typeface="Consolas" panose="020B0609020204030204" pitchFamily="49" charset="0"/>
                <a:cs typeface="Consolas" panose="020B0609020204030204" pitchFamily="49" charset="0"/>
              </a:rPr>
              <a:t>       uses: actions/checkout@v6</a:t>
            </a:r>
          </a:p>
          <a:p>
            <a:r>
              <a:rPr lang="en" altLang="ja-JP" sz="1000" dirty="0">
                <a:latin typeface="Consolas" panose="020B0609020204030204" pitchFamily="49" charset="0"/>
                <a:cs typeface="Consolas" panose="020B0609020204030204" pitchFamily="49" charset="0"/>
              </a:rPr>
              <a:t>       with:</a:t>
            </a:r>
          </a:p>
          <a:p>
            <a:r>
              <a:rPr lang="en" altLang="ja-JP" sz="1000" dirty="0">
                <a:latin typeface="Consolas" panose="020B0609020204030204" pitchFamily="49" charset="0"/>
                <a:cs typeface="Consolas" panose="020B0609020204030204" pitchFamily="49" charset="0"/>
              </a:rPr>
              <a:t>         ref: ${{ </a:t>
            </a:r>
            <a:r>
              <a:rPr lang="en" altLang="ja-JP" sz="1000" dirty="0" err="1">
                <a:latin typeface="Consolas" panose="020B0609020204030204" pitchFamily="49" charset="0"/>
                <a:cs typeface="Consolas" panose="020B0609020204030204" pitchFamily="49" charset="0"/>
              </a:rPr>
              <a:t>steps.vars.outputs.branch</a:t>
            </a:r>
            <a:r>
              <a:rPr lang="en" altLang="ja-JP" sz="1000" dirty="0">
                <a:latin typeface="Consolas" panose="020B0609020204030204" pitchFamily="49" charset="0"/>
                <a:cs typeface="Consolas" panose="020B0609020204030204" pitchFamily="49" charset="0"/>
              </a:rPr>
              <a:t> }}</a:t>
            </a:r>
          </a:p>
          <a:p>
            <a:r>
              <a:rPr lang="en" altLang="ja-JP" sz="1000" dirty="0">
                <a:latin typeface="Consolas" panose="020B0609020204030204" pitchFamily="49" charset="0"/>
                <a:cs typeface="Consolas" panose="020B0609020204030204" pitchFamily="49" charset="0"/>
              </a:rPr>
              <a:t>         fetch-depth: 0</a:t>
            </a:r>
          </a:p>
          <a:p>
            <a:r>
              <a:rPr lang="en" altLang="ja-JP" sz="1000" dirty="0">
                <a:latin typeface="Consolas" panose="020B0609020204030204" pitchFamily="49" charset="0"/>
                <a:cs typeface="Consolas" panose="020B0609020204030204" pitchFamily="49" charset="0"/>
              </a:rPr>
              <a:t>     - name: Initialize</a:t>
            </a:r>
          </a:p>
          <a:p>
            <a:r>
              <a:rPr lang="en" altLang="ja-JP" sz="1000" dirty="0">
                <a:latin typeface="Consolas" panose="020B0609020204030204" pitchFamily="49" charset="0"/>
                <a:cs typeface="Consolas" panose="020B0609020204030204" pitchFamily="49" charset="0"/>
              </a:rPr>
              <a:t>       run: |</a:t>
            </a:r>
          </a:p>
          <a:p>
            <a:r>
              <a:rPr lang="en" altLang="ja-JP" sz="1000" dirty="0">
                <a:latin typeface="Consolas" panose="020B0609020204030204" pitchFamily="49" charset="0"/>
                <a:cs typeface="Consolas" panose="020B0609020204030204" pitchFamily="49" charset="0"/>
              </a:rPr>
              <a:t>         git config --global </a:t>
            </a:r>
            <a:r>
              <a:rPr lang="en" altLang="ja-JP" sz="1000" dirty="0" err="1">
                <a:latin typeface="Consolas" panose="020B0609020204030204" pitchFamily="49" charset="0"/>
                <a:cs typeface="Consolas" panose="020B0609020204030204" pitchFamily="49" charset="0"/>
              </a:rPr>
              <a:t>user.name</a:t>
            </a:r>
            <a:r>
              <a:rPr lang="en" altLang="ja-JP" sz="1000" dirty="0">
                <a:latin typeface="Consolas" panose="020B0609020204030204" pitchFamily="49" charset="0"/>
                <a:cs typeface="Consolas" panose="020B0609020204030204" pitchFamily="49" charset="0"/>
              </a:rPr>
              <a:t> "GitHub Actions"</a:t>
            </a:r>
          </a:p>
          <a:p>
            <a:r>
              <a:rPr lang="en" altLang="ja-JP" sz="1000" dirty="0">
                <a:latin typeface="Consolas" panose="020B0609020204030204" pitchFamily="49" charset="0"/>
                <a:cs typeface="Consolas" panose="020B0609020204030204" pitchFamily="49" charset="0"/>
              </a:rPr>
              <a:t>         git config --global </a:t>
            </a:r>
            <a:r>
              <a:rPr lang="en" altLang="ja-JP" sz="1000" dirty="0" err="1">
                <a:latin typeface="Consolas" panose="020B0609020204030204" pitchFamily="49" charset="0"/>
                <a:cs typeface="Consolas" panose="020B0609020204030204" pitchFamily="49" charset="0"/>
              </a:rPr>
              <a:t>user.email</a:t>
            </a:r>
            <a:r>
              <a:rPr lang="en" altLang="ja-JP" sz="1000" dirty="0">
                <a:latin typeface="Consolas" panose="020B0609020204030204" pitchFamily="49" charset="0"/>
                <a:cs typeface="Consolas" panose="020B0609020204030204" pitchFamily="49" charset="0"/>
              </a:rPr>
              <a:t> "</a:t>
            </a:r>
            <a:r>
              <a:rPr lang="en" altLang="ja-JP" sz="1000" dirty="0" err="1">
                <a:latin typeface="Consolas" panose="020B0609020204030204" pitchFamily="49" charset="0"/>
                <a:cs typeface="Consolas" panose="020B0609020204030204" pitchFamily="49" charset="0"/>
              </a:rPr>
              <a:t>action@github.com</a:t>
            </a:r>
            <a:r>
              <a:rPr lang="en" altLang="ja-JP" sz="1000" dirty="0">
                <a:latin typeface="Consolas" panose="020B0609020204030204" pitchFamily="49" charset="0"/>
                <a:cs typeface="Consolas" panose="020B0609020204030204" pitchFamily="49" charset="0"/>
              </a:rPr>
              <a:t>"</a:t>
            </a:r>
          </a:p>
          <a:p>
            <a:r>
              <a:rPr lang="en" altLang="ja-JP" sz="1000" dirty="0">
                <a:latin typeface="Consolas" panose="020B0609020204030204" pitchFamily="49" charset="0"/>
                <a:cs typeface="Consolas" panose="020B0609020204030204" pitchFamily="49" charset="0"/>
              </a:rPr>
              <a:t>         </a:t>
            </a:r>
            <a:r>
              <a:rPr lang="en" altLang="ja-JP" sz="1000" dirty="0" err="1">
                <a:latin typeface="Consolas" panose="020B0609020204030204" pitchFamily="49" charset="0"/>
                <a:cs typeface="Consolas" panose="020B0609020204030204" pitchFamily="49" charset="0"/>
              </a:rPr>
              <a:t>auth_header</a:t>
            </a:r>
            <a:r>
              <a:rPr lang="en" altLang="ja-JP" sz="1000" dirty="0">
                <a:latin typeface="Consolas" panose="020B0609020204030204" pitchFamily="49" charset="0"/>
                <a:cs typeface="Consolas" panose="020B0609020204030204" pitchFamily="49" charset="0"/>
              </a:rPr>
              <a:t>="$(git config --local --get </a:t>
            </a:r>
            <a:r>
              <a:rPr lang="en" altLang="ja-JP" sz="1000" dirty="0" err="1">
                <a:latin typeface="Consolas" panose="020B0609020204030204" pitchFamily="49" charset="0"/>
                <a:cs typeface="Consolas" panose="020B0609020204030204" pitchFamily="49" charset="0"/>
              </a:rPr>
              <a:t>http.https</a:t>
            </a:r>
            <a:r>
              <a:rPr lang="en" altLang="ja-JP" sz="1000" dirty="0">
                <a:latin typeface="Consolas" panose="020B0609020204030204" pitchFamily="49" charset="0"/>
                <a:cs typeface="Consolas" panose="020B0609020204030204" pitchFamily="49" charset="0"/>
              </a:rPr>
              <a:t>://</a:t>
            </a:r>
            <a:r>
              <a:rPr lang="en" altLang="ja-JP" sz="1000" dirty="0" err="1">
                <a:latin typeface="Consolas" panose="020B0609020204030204" pitchFamily="49" charset="0"/>
                <a:cs typeface="Consolas" panose="020B0609020204030204" pitchFamily="49" charset="0"/>
              </a:rPr>
              <a:t>github.com</a:t>
            </a:r>
            <a:r>
              <a:rPr lang="en" altLang="ja-JP" sz="1000" dirty="0">
                <a:latin typeface="Consolas" panose="020B0609020204030204" pitchFamily="49" charset="0"/>
                <a:cs typeface="Consolas" panose="020B0609020204030204" pitchFamily="49" charset="0"/>
              </a:rPr>
              <a:t>/.</a:t>
            </a:r>
            <a:r>
              <a:rPr lang="en" altLang="ja-JP" sz="1000" dirty="0" err="1">
                <a:latin typeface="Consolas" panose="020B0609020204030204" pitchFamily="49" charset="0"/>
                <a:cs typeface="Consolas" panose="020B0609020204030204" pitchFamily="49" charset="0"/>
              </a:rPr>
              <a:t>extraheader</a:t>
            </a:r>
            <a:r>
              <a:rPr lang="en" altLang="ja-JP" sz="1000" dirty="0">
                <a:latin typeface="Consolas" panose="020B0609020204030204" pitchFamily="49" charset="0"/>
                <a:cs typeface="Consolas" panose="020B0609020204030204" pitchFamily="49" charset="0"/>
              </a:rPr>
              <a:t>)"</a:t>
            </a:r>
          </a:p>
          <a:p>
            <a:r>
              <a:rPr lang="en" altLang="ja-JP" sz="1000" dirty="0">
                <a:latin typeface="Consolas" panose="020B0609020204030204" pitchFamily="49" charset="0"/>
                <a:cs typeface="Consolas" panose="020B0609020204030204" pitchFamily="49" charset="0"/>
              </a:rPr>
              <a:t>         git submodule sync --recursive</a:t>
            </a:r>
          </a:p>
          <a:p>
            <a:r>
              <a:rPr lang="en" altLang="ja-JP" sz="1000" dirty="0">
                <a:latin typeface="Consolas" panose="020B0609020204030204" pitchFamily="49" charset="0"/>
                <a:cs typeface="Consolas" panose="020B0609020204030204" pitchFamily="49" charset="0"/>
              </a:rPr>
              <a:t>         git -c "</a:t>
            </a:r>
            <a:r>
              <a:rPr lang="en" altLang="ja-JP" sz="1000" dirty="0" err="1">
                <a:latin typeface="Consolas" panose="020B0609020204030204" pitchFamily="49" charset="0"/>
                <a:cs typeface="Consolas" panose="020B0609020204030204" pitchFamily="49" charset="0"/>
              </a:rPr>
              <a:t>http.extraheader</a:t>
            </a:r>
            <a:r>
              <a:rPr lang="en" altLang="ja-JP" sz="1000" dirty="0">
                <a:latin typeface="Consolas" panose="020B0609020204030204" pitchFamily="49" charset="0"/>
                <a:cs typeface="Consolas" panose="020B0609020204030204" pitchFamily="49" charset="0"/>
              </a:rPr>
              <a:t>=$</a:t>
            </a:r>
            <a:r>
              <a:rPr lang="en" altLang="ja-JP" sz="1000" dirty="0" err="1">
                <a:latin typeface="Consolas" panose="020B0609020204030204" pitchFamily="49" charset="0"/>
                <a:cs typeface="Consolas" panose="020B0609020204030204" pitchFamily="49" charset="0"/>
              </a:rPr>
              <a:t>auth_header</a:t>
            </a:r>
            <a:r>
              <a:rPr lang="en" altLang="ja-JP" sz="1000" dirty="0">
                <a:latin typeface="Consolas" panose="020B0609020204030204" pitchFamily="49" charset="0"/>
                <a:cs typeface="Consolas" panose="020B0609020204030204" pitchFamily="49" charset="0"/>
              </a:rPr>
              <a:t>" -c </a:t>
            </a:r>
            <a:r>
              <a:rPr lang="en" altLang="ja-JP" sz="1000" dirty="0" err="1">
                <a:latin typeface="Consolas" panose="020B0609020204030204" pitchFamily="49" charset="0"/>
                <a:cs typeface="Consolas" panose="020B0609020204030204" pitchFamily="49" charset="0"/>
              </a:rPr>
              <a:t>protocol.version</a:t>
            </a:r>
            <a:r>
              <a:rPr lang="en" altLang="ja-JP" sz="1000" dirty="0">
                <a:latin typeface="Consolas" panose="020B0609020204030204" pitchFamily="49" charset="0"/>
                <a:cs typeface="Consolas" panose="020B0609020204030204" pitchFamily="49" charset="0"/>
              </a:rPr>
              <a:t>=2 submodule update --</a:t>
            </a:r>
            <a:r>
              <a:rPr lang="en" altLang="ja-JP" sz="1000" dirty="0" err="1">
                <a:latin typeface="Consolas" panose="020B0609020204030204" pitchFamily="49" charset="0"/>
                <a:cs typeface="Consolas" panose="020B0609020204030204" pitchFamily="49" charset="0"/>
              </a:rPr>
              <a:t>init</a:t>
            </a:r>
            <a:r>
              <a:rPr lang="en" altLang="ja-JP" sz="1000" dirty="0">
                <a:latin typeface="Consolas" panose="020B0609020204030204" pitchFamily="49" charset="0"/>
                <a:cs typeface="Consolas" panose="020B0609020204030204" pitchFamily="49" charset="0"/>
              </a:rPr>
              <a:t> --force --recursive --depth=1</a:t>
            </a:r>
          </a:p>
          <a:p>
            <a:r>
              <a:rPr lang="en" altLang="ja-JP" sz="1000" dirty="0">
                <a:solidFill>
                  <a:schemeClr val="bg1">
                    <a:lumMod val="50000"/>
                  </a:schemeClr>
                </a:solidFill>
                <a:latin typeface="Consolas" panose="020B0609020204030204" pitchFamily="49" charset="0"/>
                <a:cs typeface="Consolas" panose="020B0609020204030204" pitchFamily="49" charset="0"/>
              </a:rPr>
              <a:t># </a:t>
            </a:r>
            <a:r>
              <a:rPr lang="ja-JP" altLang="en-US" sz="1000">
                <a:solidFill>
                  <a:schemeClr val="bg1">
                    <a:lumMod val="50000"/>
                  </a:schemeClr>
                </a:solidFill>
                <a:latin typeface="Consolas" panose="020B0609020204030204" pitchFamily="49" charset="0"/>
                <a:cs typeface="Consolas" panose="020B0609020204030204" pitchFamily="49" charset="0"/>
              </a:rPr>
              <a:t>右のものに続く</a:t>
            </a:r>
            <a:endParaRPr lang="en" altLang="ja-JP" sz="1000" dirty="0">
              <a:solidFill>
                <a:schemeClr val="bg1">
                  <a:lumMod val="50000"/>
                </a:schemeClr>
              </a:solidFill>
              <a:latin typeface="Consolas" panose="020B0609020204030204" pitchFamily="49" charset="0"/>
              <a:cs typeface="Consolas" panose="020B0609020204030204" pitchFamily="49" charset="0"/>
            </a:endParaRPr>
          </a:p>
        </p:txBody>
      </p:sp>
      <p:sp>
        <p:nvSpPr>
          <p:cNvPr id="5" name="スライド番号プレースホルダー 4">
            <a:extLst>
              <a:ext uri="{FF2B5EF4-FFF2-40B4-BE49-F238E27FC236}">
                <a16:creationId xmlns:a16="http://schemas.microsoft.com/office/drawing/2014/main" id="{04E37C02-AE80-AF1E-AB95-0FE7D6AE02EF}"/>
              </a:ext>
            </a:extLst>
          </p:cNvPr>
          <p:cNvSpPr>
            <a:spLocks noGrp="1"/>
          </p:cNvSpPr>
          <p:nvPr>
            <p:ph type="sldNum" sz="quarter" idx="12"/>
          </p:nvPr>
        </p:nvSpPr>
        <p:spPr/>
        <p:txBody>
          <a:bodyPr/>
          <a:lstStyle/>
          <a:p>
            <a:fld id="{0B8845E4-5C92-A046-BB66-E5D9CC995B08}" type="slidenum">
              <a:rPr kumimoji="1" lang="ja-JP" altLang="en-US" smtClean="0"/>
              <a:t>6</a:t>
            </a:fld>
            <a:endParaRPr kumimoji="1" lang="ja-JP" altLang="en-US"/>
          </a:p>
        </p:txBody>
      </p:sp>
      <p:pic>
        <p:nvPicPr>
          <p:cNvPr id="6" name="図 5">
            <a:extLst>
              <a:ext uri="{FF2B5EF4-FFF2-40B4-BE49-F238E27FC236}">
                <a16:creationId xmlns:a16="http://schemas.microsoft.com/office/drawing/2014/main" id="{98C2C89D-E2D5-DB05-5188-1055FB537C90}"/>
              </a:ext>
            </a:extLst>
          </p:cNvPr>
          <p:cNvPicPr>
            <a:picLocks noChangeAspect="1"/>
          </p:cNvPicPr>
          <p:nvPr/>
        </p:nvPicPr>
        <p:blipFill>
          <a:blip r:embed="rId2"/>
          <a:stretch>
            <a:fillRect/>
          </a:stretch>
        </p:blipFill>
        <p:spPr>
          <a:xfrm>
            <a:off x="6096000" y="1"/>
            <a:ext cx="6096000" cy="3429000"/>
          </a:xfrm>
          <a:prstGeom prst="rect">
            <a:avLst/>
          </a:prstGeom>
        </p:spPr>
      </p:pic>
      <p:grpSp>
        <p:nvGrpSpPr>
          <p:cNvPr id="11" name="グループ化 10">
            <a:extLst>
              <a:ext uri="{FF2B5EF4-FFF2-40B4-BE49-F238E27FC236}">
                <a16:creationId xmlns:a16="http://schemas.microsoft.com/office/drawing/2014/main" id="{2D202C95-B7BF-1BAA-7A91-AE48785784DF}"/>
              </a:ext>
            </a:extLst>
          </p:cNvPr>
          <p:cNvGrpSpPr/>
          <p:nvPr/>
        </p:nvGrpSpPr>
        <p:grpSpPr>
          <a:xfrm>
            <a:off x="6493564" y="1"/>
            <a:ext cx="5698436" cy="3428998"/>
            <a:chOff x="6493564" y="1"/>
            <a:chExt cx="5698436" cy="3428998"/>
          </a:xfrm>
        </p:grpSpPr>
        <p:sp>
          <p:nvSpPr>
            <p:cNvPr id="7" name="正方形/長方形 6">
              <a:extLst>
                <a:ext uri="{FF2B5EF4-FFF2-40B4-BE49-F238E27FC236}">
                  <a16:creationId xmlns:a16="http://schemas.microsoft.com/office/drawing/2014/main" id="{51980280-4985-4BD9-2F73-63D761DA4A7C}"/>
                </a:ext>
              </a:extLst>
            </p:cNvPr>
            <p:cNvSpPr/>
            <p:nvPr/>
          </p:nvSpPr>
          <p:spPr>
            <a:xfrm>
              <a:off x="6493564" y="821634"/>
              <a:ext cx="2663687" cy="260736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F5AA539-BA2E-0294-ACEE-851AE4166679}"/>
                </a:ext>
              </a:extLst>
            </p:cNvPr>
            <p:cNvSpPr/>
            <p:nvPr/>
          </p:nvSpPr>
          <p:spPr>
            <a:xfrm>
              <a:off x="6493564" y="1"/>
              <a:ext cx="5698436" cy="8216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9BAABBD-662C-5383-266E-BE9EA4C08AFB}"/>
                </a:ext>
              </a:extLst>
            </p:cNvPr>
            <p:cNvSpPr/>
            <p:nvPr/>
          </p:nvSpPr>
          <p:spPr>
            <a:xfrm>
              <a:off x="9144000" y="821632"/>
              <a:ext cx="3048000" cy="145774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a:extLst>
              <a:ext uri="{FF2B5EF4-FFF2-40B4-BE49-F238E27FC236}">
                <a16:creationId xmlns:a16="http://schemas.microsoft.com/office/drawing/2014/main" id="{7CADCF2F-08A8-8E60-7887-32B7E00D878A}"/>
              </a:ext>
            </a:extLst>
          </p:cNvPr>
          <p:cNvSpPr>
            <a:spLocks noGrp="1"/>
          </p:cNvSpPr>
          <p:nvPr>
            <p:ph type="title"/>
          </p:nvPr>
        </p:nvSpPr>
        <p:spPr/>
        <p:txBody>
          <a:bodyPr/>
          <a:lstStyle/>
          <a:p>
            <a:r>
              <a:rPr kumimoji="1" lang="en-US" altLang="ja-JP" dirty="0" err="1">
                <a:latin typeface="Consolas" panose="020B0609020204030204" pitchFamily="49" charset="0"/>
                <a:cs typeface="Consolas" panose="020B0609020204030204" pitchFamily="49" charset="0"/>
              </a:rPr>
              <a:t>update_version.</a:t>
            </a:r>
            <a:r>
              <a:rPr lang="en-US" altLang="ja-JP" dirty="0" err="1">
                <a:latin typeface="Consolas" panose="020B0609020204030204" pitchFamily="49" charset="0"/>
                <a:cs typeface="Consolas" panose="020B0609020204030204" pitchFamily="49" charset="0"/>
              </a:rPr>
              <a:t>yaml</a:t>
            </a:r>
            <a:endParaRPr kumimoji="1" lang="ja-JP" altLang="en-US">
              <a:latin typeface="Consolas" panose="020B0609020204030204" pitchFamily="49" charset="0"/>
              <a:cs typeface="Consolas" panose="020B0609020204030204" pitchFamily="49" charset="0"/>
            </a:endParaRPr>
          </a:p>
        </p:txBody>
      </p:sp>
      <p:sp>
        <p:nvSpPr>
          <p:cNvPr id="13" name="正方形/長方形 12">
            <a:extLst>
              <a:ext uri="{FF2B5EF4-FFF2-40B4-BE49-F238E27FC236}">
                <a16:creationId xmlns:a16="http://schemas.microsoft.com/office/drawing/2014/main" id="{A63A3F9F-4BFB-69E6-A816-B8890D8AF30F}"/>
              </a:ext>
            </a:extLst>
          </p:cNvPr>
          <p:cNvSpPr/>
          <p:nvPr/>
        </p:nvSpPr>
        <p:spPr>
          <a:xfrm>
            <a:off x="9157251" y="2879515"/>
            <a:ext cx="3048000" cy="26213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8D9C84E0-EF21-DA23-E4AC-73211F556CCF}"/>
              </a:ext>
            </a:extLst>
          </p:cNvPr>
          <p:cNvSpPr txBox="1"/>
          <p:nvPr/>
        </p:nvSpPr>
        <p:spPr>
          <a:xfrm>
            <a:off x="6005947" y="3361416"/>
            <a:ext cx="6038833" cy="1785104"/>
          </a:xfrm>
          <a:prstGeom prst="rect">
            <a:avLst/>
          </a:prstGeom>
          <a:solidFill>
            <a:srgbClr val="FFFFFF"/>
          </a:solidFill>
          <a:ln w="12700">
            <a:solidFill>
              <a:schemeClr val="tx1"/>
            </a:solidFill>
          </a:ln>
        </p:spPr>
        <p:txBody>
          <a:bodyPr wrap="none" rtlCol="0">
            <a:spAutoFit/>
          </a:bodyPr>
          <a:lstStyle/>
          <a:p>
            <a:r>
              <a:rPr lang="en-US" altLang="ja-JP" sz="1000" dirty="0">
                <a:solidFill>
                  <a:schemeClr val="bg1">
                    <a:lumMod val="50000"/>
                  </a:schemeClr>
                </a:solidFill>
                <a:latin typeface="Consolas" panose="020B0609020204030204" pitchFamily="49" charset="0"/>
                <a:cs typeface="Consolas" panose="020B0609020204030204" pitchFamily="49" charset="0"/>
              </a:rPr>
              <a:t># </a:t>
            </a:r>
            <a:r>
              <a:rPr lang="ja-JP" altLang="en-US" sz="1000">
                <a:solidFill>
                  <a:schemeClr val="bg1">
                    <a:lumMod val="50000"/>
                  </a:schemeClr>
                </a:solidFill>
                <a:latin typeface="Consolas" panose="020B0609020204030204" pitchFamily="49" charset="0"/>
                <a:cs typeface="Consolas" panose="020B0609020204030204" pitchFamily="49" charset="0"/>
              </a:rPr>
              <a:t>続き</a:t>
            </a:r>
            <a:endParaRPr lang="en" altLang="ja-JP" sz="1000" dirty="0">
              <a:solidFill>
                <a:schemeClr val="bg1">
                  <a:lumMod val="50000"/>
                </a:schemeClr>
              </a:solidFill>
              <a:latin typeface="Consolas" panose="020B0609020204030204" pitchFamily="49" charset="0"/>
              <a:cs typeface="Consolas" panose="020B0609020204030204" pitchFamily="49" charset="0"/>
            </a:endParaRPr>
          </a:p>
          <a:p>
            <a:r>
              <a:rPr lang="en" altLang="ja-JP" sz="1000" dirty="0">
                <a:latin typeface="Consolas" panose="020B0609020204030204" pitchFamily="49" charset="0"/>
                <a:cs typeface="Consolas" panose="020B0609020204030204" pitchFamily="49" charset="0"/>
              </a:rPr>
              <a:t>     - name: update version</a:t>
            </a:r>
          </a:p>
          <a:p>
            <a:r>
              <a:rPr lang="en" altLang="ja-JP" sz="1000" dirty="0">
                <a:latin typeface="Consolas" panose="020B0609020204030204" pitchFamily="49" charset="0"/>
                <a:cs typeface="Consolas" panose="020B0609020204030204" pitchFamily="49" charset="0"/>
              </a:rPr>
              <a:t>       id: </a:t>
            </a:r>
            <a:r>
              <a:rPr lang="en" altLang="ja-JP" sz="1000" dirty="0" err="1">
                <a:latin typeface="Consolas" panose="020B0609020204030204" pitchFamily="49" charset="0"/>
                <a:cs typeface="Consolas" panose="020B0609020204030204" pitchFamily="49" charset="0"/>
              </a:rPr>
              <a:t>update_version</a:t>
            </a:r>
            <a:endParaRPr lang="en" altLang="ja-JP" sz="1000" dirty="0">
              <a:latin typeface="Consolas" panose="020B0609020204030204" pitchFamily="49" charset="0"/>
              <a:cs typeface="Consolas" panose="020B0609020204030204" pitchFamily="49" charset="0"/>
            </a:endParaRPr>
          </a:p>
          <a:p>
            <a:r>
              <a:rPr lang="en" altLang="ja-JP" sz="1000" dirty="0">
                <a:latin typeface="Consolas" panose="020B0609020204030204" pitchFamily="49" charset="0"/>
                <a:cs typeface="Consolas" panose="020B0609020204030204" pitchFamily="49" charset="0"/>
              </a:rPr>
              <a:t>       run: |</a:t>
            </a:r>
          </a:p>
          <a:p>
            <a:r>
              <a:rPr lang="en" altLang="ja-JP" sz="1000" dirty="0">
                <a:latin typeface="Consolas" panose="020B0609020204030204" pitchFamily="49" charset="0"/>
                <a:cs typeface="Consolas" panose="020B0609020204030204" pitchFamily="49" charset="0"/>
              </a:rPr>
              <a:t>         </a:t>
            </a:r>
            <a:r>
              <a:rPr lang="en" altLang="ja-JP" sz="1000" dirty="0" err="1">
                <a:latin typeface="Consolas" panose="020B0609020204030204" pitchFamily="49" charset="0"/>
                <a:cs typeface="Consolas" panose="020B0609020204030204" pitchFamily="49" charset="0"/>
              </a:rPr>
              <a:t>sh</a:t>
            </a:r>
            <a:r>
              <a:rPr lang="en" altLang="ja-JP" sz="1000" dirty="0">
                <a:latin typeface="Consolas" panose="020B0609020204030204" pitchFamily="49" charset="0"/>
                <a:cs typeface="Consolas" panose="020B0609020204030204" pitchFamily="49" charset="0"/>
              </a:rPr>
              <a:t> .</a:t>
            </a:r>
            <a:r>
              <a:rPr lang="en" altLang="ja-JP" sz="1000" dirty="0" err="1">
                <a:latin typeface="Consolas" panose="020B0609020204030204" pitchFamily="49" charset="0"/>
                <a:cs typeface="Consolas" panose="020B0609020204030204" pitchFamily="49" charset="0"/>
              </a:rPr>
              <a:t>github</a:t>
            </a:r>
            <a:r>
              <a:rPr lang="en" altLang="ja-JP" sz="1000" dirty="0">
                <a:latin typeface="Consolas" panose="020B0609020204030204" pitchFamily="49" charset="0"/>
                <a:cs typeface="Consolas" panose="020B0609020204030204" pitchFamily="49" charset="0"/>
              </a:rPr>
              <a:t>/scripts/</a:t>
            </a:r>
            <a:r>
              <a:rPr lang="en" altLang="ja-JP" sz="1000" dirty="0" err="1">
                <a:latin typeface="Consolas" panose="020B0609020204030204" pitchFamily="49" charset="0"/>
                <a:cs typeface="Consolas" panose="020B0609020204030204" pitchFamily="49" charset="0"/>
              </a:rPr>
              <a:t>update_version.sh</a:t>
            </a:r>
            <a:r>
              <a:rPr lang="en" altLang="ja-JP" sz="1000" dirty="0">
                <a:latin typeface="Consolas" panose="020B0609020204030204" pitchFamily="49" charset="0"/>
                <a:cs typeface="Consolas" panose="020B0609020204030204" pitchFamily="49" charset="0"/>
              </a:rPr>
              <a:t> ${{ </a:t>
            </a:r>
            <a:r>
              <a:rPr lang="en" altLang="ja-JP" sz="1000" dirty="0" err="1">
                <a:latin typeface="Consolas" panose="020B0609020204030204" pitchFamily="49" charset="0"/>
                <a:cs typeface="Consolas" panose="020B0609020204030204" pitchFamily="49" charset="0"/>
              </a:rPr>
              <a:t>steps.vars.outputs.tag</a:t>
            </a:r>
            <a:r>
              <a:rPr lang="en" altLang="ja-JP" sz="1000" dirty="0">
                <a:latin typeface="Consolas" panose="020B0609020204030204" pitchFamily="49" charset="0"/>
                <a:cs typeface="Consolas" panose="020B0609020204030204" pitchFamily="49" charset="0"/>
              </a:rPr>
              <a:t> }}</a:t>
            </a:r>
          </a:p>
          <a:p>
            <a:r>
              <a:rPr lang="en" altLang="ja-JP" sz="1000" dirty="0">
                <a:latin typeface="Consolas" panose="020B0609020204030204" pitchFamily="49" charset="0"/>
                <a:cs typeface="Consolas" panose="020B0609020204030204" pitchFamily="49" charset="0"/>
              </a:rPr>
              <a:t>         git commit -a -m "update version to ${{ </a:t>
            </a:r>
            <a:r>
              <a:rPr lang="en" altLang="ja-JP" sz="1000" dirty="0" err="1">
                <a:latin typeface="Consolas" panose="020B0609020204030204" pitchFamily="49" charset="0"/>
                <a:cs typeface="Consolas" panose="020B0609020204030204" pitchFamily="49" charset="0"/>
              </a:rPr>
              <a:t>steps.vars.outputs.tag</a:t>
            </a:r>
            <a:r>
              <a:rPr lang="en" altLang="ja-JP" sz="1000" dirty="0">
                <a:latin typeface="Consolas" panose="020B0609020204030204" pitchFamily="49" charset="0"/>
                <a:cs typeface="Consolas" panose="020B0609020204030204" pitchFamily="49" charset="0"/>
              </a:rPr>
              <a:t> }}" || true</a:t>
            </a:r>
          </a:p>
          <a:p>
            <a:r>
              <a:rPr lang="en" altLang="ja-JP" sz="1000" dirty="0">
                <a:latin typeface="Consolas" panose="020B0609020204030204" pitchFamily="49" charset="0"/>
                <a:cs typeface="Consolas" panose="020B0609020204030204" pitchFamily="49" charset="0"/>
              </a:rPr>
              <a:t>     - name: Push branch</a:t>
            </a:r>
          </a:p>
          <a:p>
            <a:r>
              <a:rPr lang="en" altLang="ja-JP" sz="1000" dirty="0">
                <a:latin typeface="Consolas" panose="020B0609020204030204" pitchFamily="49" charset="0"/>
                <a:cs typeface="Consolas" panose="020B0609020204030204" pitchFamily="49" charset="0"/>
              </a:rPr>
              <a:t>       uses: ad-m/</a:t>
            </a:r>
            <a:r>
              <a:rPr lang="en" altLang="ja-JP" sz="1000" dirty="0" err="1">
                <a:latin typeface="Consolas" panose="020B0609020204030204" pitchFamily="49" charset="0"/>
                <a:cs typeface="Consolas" panose="020B0609020204030204" pitchFamily="49" charset="0"/>
              </a:rPr>
              <a:t>github-push-action@master</a:t>
            </a:r>
            <a:endParaRPr lang="en" altLang="ja-JP" sz="1000" dirty="0">
              <a:latin typeface="Consolas" panose="020B0609020204030204" pitchFamily="49" charset="0"/>
              <a:cs typeface="Consolas" panose="020B0609020204030204" pitchFamily="49" charset="0"/>
            </a:endParaRPr>
          </a:p>
          <a:p>
            <a:r>
              <a:rPr lang="en" altLang="ja-JP" sz="1000" dirty="0">
                <a:latin typeface="Consolas" panose="020B0609020204030204" pitchFamily="49" charset="0"/>
                <a:cs typeface="Consolas" panose="020B0609020204030204" pitchFamily="49" charset="0"/>
              </a:rPr>
              <a:t>       with:</a:t>
            </a:r>
          </a:p>
          <a:p>
            <a:r>
              <a:rPr lang="en" altLang="ja-JP" sz="1000" dirty="0">
                <a:latin typeface="Consolas" panose="020B0609020204030204" pitchFamily="49" charset="0"/>
                <a:cs typeface="Consolas" panose="020B0609020204030204" pitchFamily="49" charset="0"/>
              </a:rPr>
              <a:t>         </a:t>
            </a:r>
            <a:r>
              <a:rPr lang="en" altLang="ja-JP" sz="1000" dirty="0" err="1">
                <a:latin typeface="Consolas" panose="020B0609020204030204" pitchFamily="49" charset="0"/>
                <a:cs typeface="Consolas" panose="020B0609020204030204" pitchFamily="49" charset="0"/>
              </a:rPr>
              <a:t>github_token</a:t>
            </a:r>
            <a:r>
              <a:rPr lang="en" altLang="ja-JP" sz="1000" dirty="0">
                <a:latin typeface="Consolas" panose="020B0609020204030204" pitchFamily="49" charset="0"/>
                <a:cs typeface="Consolas" panose="020B0609020204030204" pitchFamily="49" charset="0"/>
              </a:rPr>
              <a:t>: ${{ </a:t>
            </a:r>
            <a:r>
              <a:rPr lang="en" altLang="ja-JP" sz="1000" dirty="0" err="1">
                <a:latin typeface="Consolas" panose="020B0609020204030204" pitchFamily="49" charset="0"/>
                <a:cs typeface="Consolas" panose="020B0609020204030204" pitchFamily="49" charset="0"/>
              </a:rPr>
              <a:t>secrets.GITHUB_TOKEN</a:t>
            </a:r>
            <a:r>
              <a:rPr lang="en" altLang="ja-JP" sz="1000" dirty="0">
                <a:latin typeface="Consolas" panose="020B0609020204030204" pitchFamily="49" charset="0"/>
                <a:cs typeface="Consolas" panose="020B0609020204030204" pitchFamily="49" charset="0"/>
              </a:rPr>
              <a:t> }}</a:t>
            </a:r>
          </a:p>
          <a:p>
            <a:r>
              <a:rPr lang="en" altLang="ja-JP" sz="1000" dirty="0">
                <a:latin typeface="Consolas" panose="020B0609020204030204" pitchFamily="49" charset="0"/>
                <a:cs typeface="Consolas" panose="020B0609020204030204" pitchFamily="49" charset="0"/>
              </a:rPr>
              <a:t>         branch: ${{ </a:t>
            </a:r>
            <a:r>
              <a:rPr lang="en" altLang="ja-JP" sz="1000" dirty="0" err="1">
                <a:latin typeface="Consolas" panose="020B0609020204030204" pitchFamily="49" charset="0"/>
                <a:cs typeface="Consolas" panose="020B0609020204030204" pitchFamily="49" charset="0"/>
              </a:rPr>
              <a:t>steps.vars.outputs.branch</a:t>
            </a:r>
            <a:r>
              <a:rPr lang="en" altLang="ja-JP" sz="10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976680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3D736-6798-D11C-47E8-7FEC64A452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CE9788-A516-38A2-46C7-C85DE719A6A3}"/>
              </a:ext>
            </a:extLst>
          </p:cNvPr>
          <p:cNvSpPr>
            <a:spLocks noGrp="1"/>
          </p:cNvSpPr>
          <p:nvPr>
            <p:ph type="title"/>
          </p:nvPr>
        </p:nvSpPr>
        <p:spPr/>
        <p:txBody>
          <a:bodyPr/>
          <a:lstStyle/>
          <a:p>
            <a:r>
              <a:rPr kumimoji="1" lang="en-US" altLang="ja-JP" dirty="0" err="1">
                <a:latin typeface="Consolas" panose="020B0609020204030204" pitchFamily="49" charset="0"/>
                <a:cs typeface="Consolas" panose="020B0609020204030204" pitchFamily="49" charset="0"/>
              </a:rPr>
              <a:t>publish.</a:t>
            </a:r>
            <a:r>
              <a:rPr lang="en-US" altLang="ja-JP" dirty="0" err="1">
                <a:latin typeface="Consolas" panose="020B0609020204030204" pitchFamily="49" charset="0"/>
                <a:cs typeface="Consolas" panose="020B0609020204030204" pitchFamily="49" charset="0"/>
              </a:rPr>
              <a:t>yaml</a:t>
            </a:r>
            <a:endParaRPr kumimoji="1" lang="ja-JP" altLang="en-US">
              <a:latin typeface="Consolas" panose="020B0609020204030204" pitchFamily="49" charset="0"/>
              <a:cs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4C8FA579-0510-7DAE-EBE3-C81775207AC1}"/>
              </a:ext>
            </a:extLst>
          </p:cNvPr>
          <p:cNvSpPr>
            <a:spLocks noGrp="1"/>
          </p:cNvSpPr>
          <p:nvPr>
            <p:ph idx="1"/>
          </p:nvPr>
        </p:nvSpPr>
        <p:spPr/>
        <p:txBody>
          <a:bodyPr/>
          <a:lstStyle/>
          <a:p>
            <a:r>
              <a:rPr lang="en-US" altLang="ja-JP" dirty="0" err="1">
                <a:latin typeface="Consolas" panose="020B0609020204030204" pitchFamily="49" charset="0"/>
                <a:cs typeface="Consolas" panose="020B0609020204030204" pitchFamily="49" charset="0"/>
              </a:rPr>
              <a:t>publish.yaml</a:t>
            </a:r>
            <a:r>
              <a:rPr lang="ja-JP" altLang="en-US"/>
              <a:t>は</a:t>
            </a:r>
            <a:br>
              <a:rPr lang="en-US" altLang="ja-JP" dirty="0"/>
            </a:br>
            <a:r>
              <a:rPr lang="ja-JP" altLang="en-US"/>
              <a:t>長いので、</a:t>
            </a:r>
            <a:r>
              <a:rPr lang="en-US" altLang="ja-JP" dirty="0"/>
              <a:t>Moodle</a:t>
            </a:r>
            <a:br>
              <a:rPr lang="en-US" altLang="ja-JP" dirty="0"/>
            </a:br>
            <a:r>
              <a:rPr lang="ja-JP" altLang="en-US"/>
              <a:t>にファイルを置く。</a:t>
            </a:r>
            <a:endParaRPr lang="en-US" altLang="ja-JP" dirty="0"/>
          </a:p>
          <a:p>
            <a:pPr lvl="1"/>
            <a:r>
              <a:rPr lang="ja-JP" altLang="en-US"/>
              <a:t>このファイルを適切な場所に置こう。</a:t>
            </a:r>
          </a:p>
        </p:txBody>
      </p:sp>
      <p:sp>
        <p:nvSpPr>
          <p:cNvPr id="4" name="日付プレースホルダー 3">
            <a:extLst>
              <a:ext uri="{FF2B5EF4-FFF2-40B4-BE49-F238E27FC236}">
                <a16:creationId xmlns:a16="http://schemas.microsoft.com/office/drawing/2014/main" id="{80795500-8B48-C0D2-AE72-A628A21C6420}"/>
              </a:ext>
            </a:extLst>
          </p:cNvPr>
          <p:cNvSpPr>
            <a:spLocks noGrp="1"/>
          </p:cNvSpPr>
          <p:nvPr>
            <p:ph type="dt" sz="half" idx="10"/>
          </p:nvPr>
        </p:nvSpPr>
        <p:spPr/>
        <p:txBody>
          <a:bodyPr/>
          <a:lstStyle/>
          <a:p>
            <a:r>
              <a:rPr kumimoji="1" lang="en-US" altLang="ja-JP" dirty="0"/>
              <a:t>2026-05-01</a:t>
            </a:r>
            <a:endParaRPr kumimoji="1" lang="ja-JP" altLang="en-US"/>
          </a:p>
        </p:txBody>
      </p:sp>
      <p:sp>
        <p:nvSpPr>
          <p:cNvPr id="5" name="スライド番号プレースホルダー 4">
            <a:extLst>
              <a:ext uri="{FF2B5EF4-FFF2-40B4-BE49-F238E27FC236}">
                <a16:creationId xmlns:a16="http://schemas.microsoft.com/office/drawing/2014/main" id="{73DEBCB1-06F0-2610-AE3E-A6814560B8F1}"/>
              </a:ext>
            </a:extLst>
          </p:cNvPr>
          <p:cNvSpPr>
            <a:spLocks noGrp="1"/>
          </p:cNvSpPr>
          <p:nvPr>
            <p:ph type="sldNum" sz="quarter" idx="12"/>
          </p:nvPr>
        </p:nvSpPr>
        <p:spPr/>
        <p:txBody>
          <a:bodyPr/>
          <a:lstStyle/>
          <a:p>
            <a:fld id="{0B8845E4-5C92-A046-BB66-E5D9CC995B08}" type="slidenum">
              <a:rPr kumimoji="1" lang="ja-JP" altLang="en-US" smtClean="0"/>
              <a:t>7</a:t>
            </a:fld>
            <a:endParaRPr kumimoji="1" lang="ja-JP" altLang="en-US"/>
          </a:p>
        </p:txBody>
      </p:sp>
      <p:pic>
        <p:nvPicPr>
          <p:cNvPr id="6" name="図 5">
            <a:extLst>
              <a:ext uri="{FF2B5EF4-FFF2-40B4-BE49-F238E27FC236}">
                <a16:creationId xmlns:a16="http://schemas.microsoft.com/office/drawing/2014/main" id="{E738599A-5AEA-9B57-F46B-38560A8352DD}"/>
              </a:ext>
            </a:extLst>
          </p:cNvPr>
          <p:cNvPicPr>
            <a:picLocks noChangeAspect="1"/>
          </p:cNvPicPr>
          <p:nvPr/>
        </p:nvPicPr>
        <p:blipFill>
          <a:blip r:embed="rId2"/>
          <a:stretch>
            <a:fillRect/>
          </a:stretch>
        </p:blipFill>
        <p:spPr>
          <a:xfrm>
            <a:off x="6096000" y="1"/>
            <a:ext cx="6096000" cy="3429000"/>
          </a:xfrm>
          <a:prstGeom prst="rect">
            <a:avLst/>
          </a:prstGeom>
        </p:spPr>
      </p:pic>
      <p:grpSp>
        <p:nvGrpSpPr>
          <p:cNvPr id="11" name="グループ化 10">
            <a:extLst>
              <a:ext uri="{FF2B5EF4-FFF2-40B4-BE49-F238E27FC236}">
                <a16:creationId xmlns:a16="http://schemas.microsoft.com/office/drawing/2014/main" id="{913C9EF4-5840-B9F1-4256-695C4C21C4B4}"/>
              </a:ext>
            </a:extLst>
          </p:cNvPr>
          <p:cNvGrpSpPr/>
          <p:nvPr/>
        </p:nvGrpSpPr>
        <p:grpSpPr>
          <a:xfrm>
            <a:off x="6493564" y="1"/>
            <a:ext cx="5698436" cy="3428998"/>
            <a:chOff x="6493564" y="1"/>
            <a:chExt cx="5698436" cy="3428998"/>
          </a:xfrm>
        </p:grpSpPr>
        <p:sp>
          <p:nvSpPr>
            <p:cNvPr id="7" name="正方形/長方形 6">
              <a:extLst>
                <a:ext uri="{FF2B5EF4-FFF2-40B4-BE49-F238E27FC236}">
                  <a16:creationId xmlns:a16="http://schemas.microsoft.com/office/drawing/2014/main" id="{11047EE2-6D33-BC51-8776-BDC6289055D9}"/>
                </a:ext>
              </a:extLst>
            </p:cNvPr>
            <p:cNvSpPr/>
            <p:nvPr/>
          </p:nvSpPr>
          <p:spPr>
            <a:xfrm>
              <a:off x="6493564" y="821634"/>
              <a:ext cx="2663687" cy="260736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801F533F-B5B2-44C8-2F2F-7F0D1BAEDB21}"/>
                </a:ext>
              </a:extLst>
            </p:cNvPr>
            <p:cNvSpPr/>
            <p:nvPr/>
          </p:nvSpPr>
          <p:spPr>
            <a:xfrm>
              <a:off x="6493564" y="1"/>
              <a:ext cx="5698436" cy="821632"/>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57EB060-5956-0AB1-2794-E55431C02C5E}"/>
                </a:ext>
              </a:extLst>
            </p:cNvPr>
            <p:cNvSpPr/>
            <p:nvPr/>
          </p:nvSpPr>
          <p:spPr>
            <a:xfrm>
              <a:off x="9144000" y="781876"/>
              <a:ext cx="3048000" cy="2078886"/>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522545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BABC32-E869-A16E-4603-ED69C6F43C1F}"/>
              </a:ext>
            </a:extLst>
          </p:cNvPr>
          <p:cNvSpPr>
            <a:spLocks noGrp="1"/>
          </p:cNvSpPr>
          <p:nvPr>
            <p:ph type="title"/>
          </p:nvPr>
        </p:nvSpPr>
        <p:spPr/>
        <p:txBody>
          <a:bodyPr/>
          <a:lstStyle/>
          <a:p>
            <a:r>
              <a:rPr kumimoji="1" lang="en-US" altLang="ja-JP" dirty="0"/>
              <a:t>Release immutability</a:t>
            </a:r>
            <a:endParaRPr kumimoji="1" lang="ja-JP" altLang="en-US"/>
          </a:p>
        </p:txBody>
      </p:sp>
      <p:sp>
        <p:nvSpPr>
          <p:cNvPr id="4" name="日付プレースホルダー 3">
            <a:extLst>
              <a:ext uri="{FF2B5EF4-FFF2-40B4-BE49-F238E27FC236}">
                <a16:creationId xmlns:a16="http://schemas.microsoft.com/office/drawing/2014/main" id="{1CDF7939-4FA6-214F-ED2B-A879841F2CD4}"/>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5ECF5B10-B220-52C0-F873-789CDEA0C783}"/>
              </a:ext>
            </a:extLst>
          </p:cNvPr>
          <p:cNvSpPr>
            <a:spLocks noGrp="1"/>
          </p:cNvSpPr>
          <p:nvPr>
            <p:ph type="sldNum" sz="quarter" idx="12"/>
          </p:nvPr>
        </p:nvSpPr>
        <p:spPr/>
        <p:txBody>
          <a:bodyPr/>
          <a:lstStyle/>
          <a:p>
            <a:fld id="{0B8845E4-5C92-A046-BB66-E5D9CC995B08}" type="slidenum">
              <a:rPr kumimoji="1" lang="ja-JP" altLang="en-US" smtClean="0"/>
              <a:t>8</a:t>
            </a:fld>
            <a:endParaRPr kumimoji="1" lang="ja-JP" altLang="en-US"/>
          </a:p>
        </p:txBody>
      </p:sp>
      <p:pic>
        <p:nvPicPr>
          <p:cNvPr id="9" name="図 8">
            <a:extLst>
              <a:ext uri="{FF2B5EF4-FFF2-40B4-BE49-F238E27FC236}">
                <a16:creationId xmlns:a16="http://schemas.microsoft.com/office/drawing/2014/main" id="{DFAFBAEB-EA5A-0EFF-8C29-496E09C6B212}"/>
              </a:ext>
            </a:extLst>
          </p:cNvPr>
          <p:cNvPicPr>
            <a:picLocks noChangeAspect="1"/>
          </p:cNvPicPr>
          <p:nvPr/>
        </p:nvPicPr>
        <p:blipFill>
          <a:blip r:embed="rId2"/>
          <a:stretch>
            <a:fillRect/>
          </a:stretch>
        </p:blipFill>
        <p:spPr>
          <a:xfrm>
            <a:off x="3802689" y="1407188"/>
            <a:ext cx="10477211" cy="5450812"/>
          </a:xfrm>
          <a:prstGeom prst="rect">
            <a:avLst/>
          </a:prstGeom>
        </p:spPr>
      </p:pic>
      <p:sp>
        <p:nvSpPr>
          <p:cNvPr id="3" name="コンテンツ プレースホルダー 2">
            <a:extLst>
              <a:ext uri="{FF2B5EF4-FFF2-40B4-BE49-F238E27FC236}">
                <a16:creationId xmlns:a16="http://schemas.microsoft.com/office/drawing/2014/main" id="{91957821-98B9-7CE9-4517-396894589BEC}"/>
              </a:ext>
            </a:extLst>
          </p:cNvPr>
          <p:cNvSpPr>
            <a:spLocks noGrp="1"/>
          </p:cNvSpPr>
          <p:nvPr>
            <p:ph idx="1"/>
          </p:nvPr>
        </p:nvSpPr>
        <p:spPr>
          <a:xfrm>
            <a:off x="838200" y="1825625"/>
            <a:ext cx="5814391" cy="4351338"/>
          </a:xfrm>
          <a:solidFill>
            <a:srgbClr val="FFFFFF">
              <a:alpha val="69804"/>
            </a:srgbClr>
          </a:solidFill>
        </p:spPr>
        <p:txBody>
          <a:bodyPr>
            <a:normAutofit fontScale="70000" lnSpcReduction="20000"/>
          </a:bodyPr>
          <a:lstStyle/>
          <a:p>
            <a:pPr>
              <a:lnSpc>
                <a:spcPct val="120000"/>
              </a:lnSpc>
            </a:pPr>
            <a:r>
              <a:rPr kumimoji="1" lang="en-US" altLang="ja-JP" dirty="0"/>
              <a:t>Settings</a:t>
            </a:r>
            <a:r>
              <a:rPr kumimoji="1" lang="ja-JP" altLang="en-US"/>
              <a:t>画面に行く。</a:t>
            </a:r>
            <a:endParaRPr kumimoji="1" lang="en-US" altLang="ja-JP" dirty="0"/>
          </a:p>
          <a:p>
            <a:pPr>
              <a:lnSpc>
                <a:spcPct val="120000"/>
              </a:lnSpc>
            </a:pPr>
            <a:r>
              <a:rPr kumimoji="1" lang="en-US" altLang="ja-JP" dirty="0"/>
              <a:t>Enable release immutability</a:t>
            </a:r>
            <a:r>
              <a:rPr kumimoji="1" lang="ja-JP" altLang="en-US"/>
              <a:t>にチェックを入れる。</a:t>
            </a:r>
            <a:endParaRPr kumimoji="1" lang="en-US" altLang="ja-JP" dirty="0"/>
          </a:p>
          <a:p>
            <a:pPr lvl="1">
              <a:lnSpc>
                <a:spcPct val="120000"/>
              </a:lnSpc>
            </a:pPr>
            <a:r>
              <a:rPr lang="ja-JP" altLang="en-US"/>
              <a:t>公開</a:t>
            </a:r>
            <a:r>
              <a:rPr kumimoji="1" lang="ja-JP" altLang="en-US"/>
              <a:t>すると、一切変更不可にする。</a:t>
            </a:r>
            <a:endParaRPr kumimoji="1" lang="en-US" altLang="ja-JP" dirty="0"/>
          </a:p>
          <a:p>
            <a:pPr lvl="1">
              <a:lnSpc>
                <a:spcPct val="120000"/>
              </a:lnSpc>
            </a:pPr>
            <a:r>
              <a:rPr lang="ja-JP" altLang="en-US"/>
              <a:t>セキュリティ的に非常に重要となる。</a:t>
            </a:r>
            <a:endParaRPr lang="en-US" altLang="ja-JP" dirty="0"/>
          </a:p>
          <a:p>
            <a:pPr lvl="2">
              <a:lnSpc>
                <a:spcPct val="120000"/>
              </a:lnSpc>
            </a:pPr>
            <a:r>
              <a:rPr kumimoji="1" lang="ja-JP" altLang="en-US"/>
              <a:t>後からの改ざんが不可能になる。</a:t>
            </a:r>
          </a:p>
        </p:txBody>
      </p:sp>
      <p:sp>
        <p:nvSpPr>
          <p:cNvPr id="10" name="角丸四角形 9">
            <a:extLst>
              <a:ext uri="{FF2B5EF4-FFF2-40B4-BE49-F238E27FC236}">
                <a16:creationId xmlns:a16="http://schemas.microsoft.com/office/drawing/2014/main" id="{00B9F4C9-1491-FE0F-3141-4A4AA9EF20F7}"/>
              </a:ext>
            </a:extLst>
          </p:cNvPr>
          <p:cNvSpPr/>
          <p:nvPr/>
        </p:nvSpPr>
        <p:spPr>
          <a:xfrm>
            <a:off x="6545889" y="5817704"/>
            <a:ext cx="4652197" cy="995846"/>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42589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EE9032-7C1A-16B7-820A-F23837A83E0C}"/>
              </a:ext>
            </a:extLst>
          </p:cNvPr>
          <p:cNvSpPr>
            <a:spLocks noGrp="1"/>
          </p:cNvSpPr>
          <p:nvPr>
            <p:ph type="title"/>
          </p:nvPr>
        </p:nvSpPr>
        <p:spPr/>
        <p:txBody>
          <a:bodyPr/>
          <a:lstStyle/>
          <a:p>
            <a:r>
              <a:rPr kumimoji="1" lang="ja-JP" altLang="en-US"/>
              <a:t>次回までに行うこと</a:t>
            </a:r>
          </a:p>
        </p:txBody>
      </p:sp>
      <p:sp>
        <p:nvSpPr>
          <p:cNvPr id="3" name="コンテンツ プレースホルダー 2">
            <a:extLst>
              <a:ext uri="{FF2B5EF4-FFF2-40B4-BE49-F238E27FC236}">
                <a16:creationId xmlns:a16="http://schemas.microsoft.com/office/drawing/2014/main" id="{DE9F06B6-6D7D-1305-D484-1C53D45FE31B}"/>
              </a:ext>
            </a:extLst>
          </p:cNvPr>
          <p:cNvSpPr>
            <a:spLocks noGrp="1"/>
          </p:cNvSpPr>
          <p:nvPr>
            <p:ph idx="1"/>
          </p:nvPr>
        </p:nvSpPr>
        <p:spPr/>
        <p:txBody>
          <a:bodyPr>
            <a:normAutofit fontScale="92500"/>
          </a:bodyPr>
          <a:lstStyle/>
          <a:p>
            <a:pPr>
              <a:lnSpc>
                <a:spcPct val="120000"/>
              </a:lnSpc>
            </a:pPr>
            <a:r>
              <a:rPr lang="ja-JP" altLang="en-US">
                <a:latin typeface="Consolas" panose="020B0609020204030204" pitchFamily="49" charset="0"/>
                <a:cs typeface="Consolas" panose="020B0609020204030204" pitchFamily="49" charset="0"/>
              </a:rPr>
              <a:t>バージョンアップ処理を書く．</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github</a:t>
            </a:r>
            <a:r>
              <a:rPr lang="en-US" altLang="ja-JP" dirty="0">
                <a:latin typeface="Consolas" panose="020B0609020204030204" pitchFamily="49" charset="0"/>
                <a:cs typeface="Consolas" panose="020B0609020204030204" pitchFamily="49" charset="0"/>
              </a:rPr>
              <a:t>/workflows/</a:t>
            </a:r>
            <a:r>
              <a:rPr lang="en-US" altLang="ja-JP" dirty="0" err="1">
                <a:latin typeface="Consolas" panose="020B0609020204030204" pitchFamily="49" charset="0"/>
                <a:cs typeface="Consolas" panose="020B0609020204030204" pitchFamily="49" charset="0"/>
              </a:rPr>
              <a:t>update_version.yaml</a:t>
            </a:r>
            <a:endParaRPr lang="en-US" altLang="ja-JP" dirty="0">
              <a:latin typeface="Consolas" panose="020B0609020204030204" pitchFamily="49" charset="0"/>
              <a:cs typeface="Consolas" panose="020B0609020204030204" pitchFamily="49" charset="0"/>
            </a:endParaRPr>
          </a:p>
          <a:p>
            <a:pPr>
              <a:lnSpc>
                <a:spcPct val="120000"/>
              </a:lnSpc>
            </a:pPr>
            <a:r>
              <a:rPr kumimoji="1" lang="ja-JP" altLang="en-US">
                <a:latin typeface="Consolas" panose="020B0609020204030204" pitchFamily="49" charset="0"/>
                <a:cs typeface="Consolas" panose="020B0609020204030204" pitchFamily="49" charset="0"/>
              </a:rPr>
              <a:t>リリース処理を書く．</a:t>
            </a:r>
            <a:endParaRPr kumimoji="1" lang="en-US" altLang="ja-JP" dirty="0">
              <a:latin typeface="Consolas" panose="020B0609020204030204" pitchFamily="49" charset="0"/>
              <a:cs typeface="Consolas" panose="020B0609020204030204" pitchFamily="49" charset="0"/>
            </a:endParaRPr>
          </a:p>
          <a:p>
            <a:pPr lvl="1">
              <a:lnSpc>
                <a:spcPct val="120000"/>
              </a:lnSpc>
            </a:pPr>
            <a:r>
              <a:rPr kumimoji="1" lang="en-US" altLang="ja-JP" dirty="0">
                <a:latin typeface="Consolas" panose="020B0609020204030204" pitchFamily="49" charset="0"/>
                <a:cs typeface="Consolas" panose="020B0609020204030204" pitchFamily="49" charset="0"/>
              </a:rPr>
              <a:t>.</a:t>
            </a:r>
            <a:r>
              <a:rPr kumimoji="1" lang="en-US" altLang="ja-JP" dirty="0" err="1">
                <a:latin typeface="Consolas" panose="020B0609020204030204" pitchFamily="49" charset="0"/>
                <a:cs typeface="Consolas" panose="020B0609020204030204" pitchFamily="49" charset="0"/>
              </a:rPr>
              <a:t>github</a:t>
            </a:r>
            <a:r>
              <a:rPr lang="en-US" altLang="ja-JP" dirty="0">
                <a:latin typeface="Consolas" panose="020B0609020204030204" pitchFamily="49" charset="0"/>
                <a:cs typeface="Consolas" panose="020B0609020204030204" pitchFamily="49" charset="0"/>
              </a:rPr>
              <a:t>/workflows/</a:t>
            </a:r>
            <a:r>
              <a:rPr lang="en-US" altLang="ja-JP" dirty="0" err="1">
                <a:latin typeface="Consolas" panose="020B0609020204030204" pitchFamily="49" charset="0"/>
                <a:cs typeface="Consolas" panose="020B0609020204030204" pitchFamily="49" charset="0"/>
              </a:rPr>
              <a:t>publish.yaml</a:t>
            </a:r>
            <a:endParaRPr lang="en-US" altLang="ja-JP" dirty="0">
              <a:latin typeface="Consolas" panose="020B0609020204030204" pitchFamily="49" charset="0"/>
              <a:cs typeface="Consolas" panose="020B0609020204030204" pitchFamily="49" charset="0"/>
            </a:endParaRPr>
          </a:p>
          <a:p>
            <a:pPr>
              <a:lnSpc>
                <a:spcPct val="120000"/>
              </a:lnSpc>
            </a:pPr>
            <a:r>
              <a:rPr kumimoji="1" lang="en-US" altLang="ja-JP" dirty="0">
                <a:latin typeface="Consolas" panose="020B0609020204030204" pitchFamily="49" charset="0"/>
                <a:cs typeface="Consolas" panose="020B0609020204030204" pitchFamily="49" charset="0"/>
              </a:rPr>
              <a:t>DOI</a:t>
            </a:r>
            <a:r>
              <a:rPr kumimoji="1" lang="ja-JP" altLang="en-US">
                <a:latin typeface="Consolas" panose="020B0609020204030204" pitchFamily="49" charset="0"/>
                <a:cs typeface="Consolas" panose="020B0609020204030204" pitchFamily="49" charset="0"/>
              </a:rPr>
              <a:t>を発行できるようにしておく．</a:t>
            </a:r>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3FF272E1-B4FA-B817-D288-73D09CCFB8A8}"/>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7B31930D-847B-140F-D3CF-339004A8ABFB}"/>
              </a:ext>
            </a:extLst>
          </p:cNvPr>
          <p:cNvSpPr>
            <a:spLocks noGrp="1"/>
          </p:cNvSpPr>
          <p:nvPr>
            <p:ph type="sldNum" sz="quarter" idx="12"/>
          </p:nvPr>
        </p:nvSpPr>
        <p:spPr/>
        <p:txBody>
          <a:bodyPr/>
          <a:lstStyle/>
          <a:p>
            <a:fld id="{0B8845E4-5C92-A046-BB66-E5D9CC995B08}" type="slidenum">
              <a:rPr kumimoji="1" lang="ja-JP" altLang="en-US" smtClean="0"/>
              <a:t>9</a:t>
            </a:fld>
            <a:endParaRPr kumimoji="1" lang="ja-JP" altLang="en-US"/>
          </a:p>
        </p:txBody>
      </p:sp>
    </p:spTree>
    <p:extLst>
      <p:ext uri="{BB962C8B-B14F-4D97-AF65-F5344CB8AC3E}">
        <p14:creationId xmlns:p14="http://schemas.microsoft.com/office/powerpoint/2010/main" val="3509899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7B8A-3048-0E17-4E65-6BB3940E17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C152DD-42B1-C959-310C-5596310B45DB}"/>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553B4C87-0465-B849-E8A4-D11AE69276E3}"/>
              </a:ext>
            </a:extLst>
          </p:cNvPr>
          <p:cNvSpPr>
            <a:spLocks noGrp="1"/>
          </p:cNvSpPr>
          <p:nvPr>
            <p:ph type="dt" sz="half" idx="10"/>
          </p:nvPr>
        </p:nvSpPr>
        <p:spPr/>
        <p:txBody>
          <a:bodyPr/>
          <a:lstStyle/>
          <a:p>
            <a:r>
              <a:rPr kumimoji="1" lang="en-US" altLang="ja-JP"/>
              <a:t>2026-05-01</a:t>
            </a:r>
            <a:endParaRPr kumimoji="1" lang="ja-JP" altLang="en-US"/>
          </a:p>
        </p:txBody>
      </p:sp>
      <p:sp>
        <p:nvSpPr>
          <p:cNvPr id="5" name="スライド番号プレースホルダー 4">
            <a:extLst>
              <a:ext uri="{FF2B5EF4-FFF2-40B4-BE49-F238E27FC236}">
                <a16:creationId xmlns:a16="http://schemas.microsoft.com/office/drawing/2014/main" id="{1640A5C3-1C97-D5CE-5835-369052E762AD}"/>
              </a:ext>
            </a:extLst>
          </p:cNvPr>
          <p:cNvSpPr>
            <a:spLocks noGrp="1"/>
          </p:cNvSpPr>
          <p:nvPr>
            <p:ph type="sldNum" sz="quarter" idx="12"/>
          </p:nvPr>
        </p:nvSpPr>
        <p:spPr/>
        <p:txBody>
          <a:bodyPr/>
          <a:lstStyle/>
          <a:p>
            <a:fld id="{0B8845E4-5C92-A046-BB66-E5D9CC995B08}" type="slidenum">
              <a:rPr kumimoji="1" lang="ja-JP" altLang="en-US" smtClean="0"/>
              <a:t>10</a:t>
            </a:fld>
            <a:endParaRPr kumimoji="1" lang="ja-JP" altLang="en-US"/>
          </a:p>
        </p:txBody>
      </p:sp>
      <p:grpSp>
        <p:nvGrpSpPr>
          <p:cNvPr id="11" name="グループ化 10">
            <a:extLst>
              <a:ext uri="{FF2B5EF4-FFF2-40B4-BE49-F238E27FC236}">
                <a16:creationId xmlns:a16="http://schemas.microsoft.com/office/drawing/2014/main" id="{1D00B6E1-4687-DD30-0C95-E018A03186B6}"/>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ABE6BC27-B0CF-FB8A-FCFC-C3D48B45F5A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8CD90318-43BB-EA93-4351-E2E645DB7C6E}"/>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1D19765D-6D9E-BE8A-C35F-C0842BF58A2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368C3FC4-96EC-7959-9183-FC56ED57F61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32" name="グループ化 31">
            <a:extLst>
              <a:ext uri="{FF2B5EF4-FFF2-40B4-BE49-F238E27FC236}">
                <a16:creationId xmlns:a16="http://schemas.microsoft.com/office/drawing/2014/main" id="{CBF2368E-431F-23FF-ABAC-DCBE8B00A2E6}"/>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C3E43535-793E-98F8-B9D3-41FB08D5240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9320EDA8-C255-9BAB-1580-31408A06776B}"/>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D5EEB65F-8846-F31B-58FD-FB34A003D41A}"/>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DCA02163-31F0-72F9-771D-F7A5951B815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E0B5821C-0947-9FFF-7B62-D2D76035627F}"/>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A1FDD6B4-851D-9F1B-5F89-140BDAB23DA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161144E2-C8EE-EC55-857C-B4274BF2EF4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DF9BB2F0-18A9-5800-ACCD-F5F62633042D}"/>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30DF07E3-32CD-FB48-8B69-C937DD34345F}"/>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23C952E5-CBB3-6136-2781-35DBA4B929B0}"/>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2E7DD661-9457-D7EA-AC48-CCBD7D71EBD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C86BAFB2-9846-80AE-4B5D-C20E6B69801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6DEE6E84-DB56-E788-4851-A46584C3BC68}"/>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D477FACC-DF78-7F14-DEC3-2D3AFCE6D64A}"/>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C087256F-407E-51CB-6282-68DF8EF971C3}"/>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34B7634A-A7C5-4706-E6D7-525BDDE959BB}"/>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000B4F70-B3D2-B592-04BD-33BB48BDA27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384D70F8-41B0-89C8-472C-13ECC633288B}"/>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86CA83CC-425C-192D-4709-571DFC305AA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F2E1E028-C828-5EF0-5332-4AE0CA1C4ED6}"/>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3A0ACFE8-162D-6559-5963-09CF89DD6C8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C7312FA6-183C-D59E-7DCD-FB73964755E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00CD12A9-E144-0903-9D72-F11E20B1022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B6349A7A-3860-7104-26C1-F4D6D957AAF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2B6EBADF-21FA-1759-CE99-697BB136524F}"/>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F816D9CB-BEC7-2BC0-C513-1F1D01AFC72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798B7886-7064-1F83-B2E5-336499B67F8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02275D6E-DC81-5511-8FF7-ACC189903F8B}"/>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4FE239CD-A4E7-752C-384A-1A92750AA50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01EC9337-F44B-BB12-419F-2A5FFC417031}"/>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E6AD7EBE-38D7-2976-0334-5E4FA2E033A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6DD80476-77F4-C3DD-AC04-C3FB741D59E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CE3A3C75-2816-1100-5344-9B519A1F661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F425935C-800E-48F9-8675-28A80737316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F9769EED-4580-B5A0-91C3-2F790E256702}"/>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94909E7E-2ACE-E412-E14A-D67EEC5A57E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6C9A0624-1BA0-3455-A7B8-42C0D52732A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41A4703E-5EA2-1CE8-FDA3-C38C43CA5EB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405259E6-BDF1-F8D6-A61F-248C412E28F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5090260F-315E-DE68-975E-133D660FFD96}"/>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974F5E61-9D98-5A2F-0136-CE6741E0D71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D36559FD-5751-B4E0-D329-1596CCE3654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C99F1008-A0F6-1C78-8560-18967798CCBE}"/>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D1379613-C4BD-45C7-C7D0-99F078CEAF6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3A07933A-CB51-FC51-6BAC-70AF6A8A9CC9}"/>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DC2778C6-390C-9D53-DA76-3E556FA1C091}"/>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3C6A70FE-34F2-FEFD-F266-8EB22615DBA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81F13B45-5DBC-A9DA-EEEE-46CBFC027BA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B1FF9B79-DFC1-E068-FD06-F392D9F4101A}"/>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7" name="グループ化 16">
            <a:extLst>
              <a:ext uri="{FF2B5EF4-FFF2-40B4-BE49-F238E27FC236}">
                <a16:creationId xmlns:a16="http://schemas.microsoft.com/office/drawing/2014/main" id="{EC98C4B9-EBDD-D37F-E5B4-D23354E51B5C}"/>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FA1A5189-EE51-66F3-8F59-4CA5A3CFFEB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780DE577-9062-C748-56B7-4D811056D96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45E2F506-EE16-CBAD-CED2-42A8F2EB2CF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926E7487-D969-D505-904C-5B5F2F45788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2" name="グループ化 21">
            <a:extLst>
              <a:ext uri="{FF2B5EF4-FFF2-40B4-BE49-F238E27FC236}">
                <a16:creationId xmlns:a16="http://schemas.microsoft.com/office/drawing/2014/main" id="{ACE99F98-1406-1BA5-7520-77293D651793}"/>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A1413182-90C6-C540-96EC-FB39F8EA6C8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5F248928-8AA4-5CFD-7FC6-2AB0DF62A3BE}"/>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6816A1B9-242B-1933-F0B7-E1E277A9CCB3}"/>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417679D6-2EFE-4312-BF5E-0C8295F7082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sp>
        <p:nvSpPr>
          <p:cNvPr id="3" name="正方形/長方形 2">
            <a:extLst>
              <a:ext uri="{FF2B5EF4-FFF2-40B4-BE49-F238E27FC236}">
                <a16:creationId xmlns:a16="http://schemas.microsoft.com/office/drawing/2014/main" id="{D256C573-DCA9-3A1E-44CD-38C3539CBF6E}"/>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7" name="グループ化 26">
            <a:extLst>
              <a:ext uri="{FF2B5EF4-FFF2-40B4-BE49-F238E27FC236}">
                <a16:creationId xmlns:a16="http://schemas.microsoft.com/office/drawing/2014/main" id="{6DABF1B0-54A9-F2F6-0444-91022BB8A13C}"/>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E6E3DE7E-9151-9358-3F7D-7BE9D1AB2F2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7882902E-00E0-4B65-CF52-3E70475B31B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F57AB65C-08A8-64AE-EC69-631F6450A93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9F7591DC-64CF-9F4B-A4A7-0BBDDAE3A84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spTree>
    <p:extLst>
      <p:ext uri="{BB962C8B-B14F-4D97-AF65-F5344CB8AC3E}">
        <p14:creationId xmlns:p14="http://schemas.microsoft.com/office/powerpoint/2010/main" val="350052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9B92DAC1-B206-6E4D-9DDA-F3C380F9C271}" vid="{0ECE7065-281A-B545-8D42-4EC5E612C96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21300</TotalTime>
  <Words>989</Words>
  <Application>Microsoft Macintosh PowerPoint</Application>
  <PresentationFormat>ワイド画面</PresentationFormat>
  <Paragraphs>197</Paragraphs>
  <Slides>10</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Meiryo</vt:lpstr>
      <vt:lpstr>游ゴシック</vt:lpstr>
      <vt:lpstr>Arial</vt:lpstr>
      <vt:lpstr>Consolas</vt:lpstr>
      <vt:lpstr>Office テーマ</vt:lpstr>
      <vt:lpstr>エンピリカル ソフトウェア工学 第04回 CI/CD 補足</vt:lpstr>
      <vt:lpstr>講義スケジュール</vt:lpstr>
      <vt:lpstr>追加するファイル</vt:lpstr>
      <vt:lpstr>update_version.sh</vt:lpstr>
      <vt:lpstr>README.md</vt:lpstr>
      <vt:lpstr>update_version.yaml</vt:lpstr>
      <vt:lpstr>publish.yaml</vt:lpstr>
      <vt:lpstr>Release immutability</vt:lpstr>
      <vt:lpstr>次回までに行うこと</vt:lpstr>
      <vt:lpstr>講義スケジュール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TAMADA HARUAKI</dc:creator>
  <cp:lastModifiedBy>TAMADA HARUAKI</cp:lastModifiedBy>
  <cp:revision>599</cp:revision>
  <dcterms:created xsi:type="dcterms:W3CDTF">2022-04-24T10:54:34Z</dcterms:created>
  <dcterms:modified xsi:type="dcterms:W3CDTF">2026-05-01T11:28:13Z</dcterms:modified>
</cp:coreProperties>
</file>